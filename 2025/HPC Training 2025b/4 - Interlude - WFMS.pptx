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2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iam Schreiber" userId="5a452ff8-f189-44a9-9767-da59f69398bf" providerId="ADAL" clId="{5FF45B2A-E25A-4496-911A-50D2B1AF37F6}"/>
    <pc:docChg chg="undo custSel addSld delSld modSld sldOrd">
      <pc:chgData name="Miriam Schreiber" userId="5a452ff8-f189-44a9-9767-da59f69398bf" providerId="ADAL" clId="{5FF45B2A-E25A-4496-911A-50D2B1AF37F6}" dt="2025-04-21T14:23:09.102" v="931" actId="20577"/>
      <pc:docMkLst>
        <pc:docMk/>
      </pc:docMkLst>
      <pc:sldChg chg="del">
        <pc:chgData name="Miriam Schreiber" userId="5a452ff8-f189-44a9-9767-da59f69398bf" providerId="ADAL" clId="{5FF45B2A-E25A-4496-911A-50D2B1AF37F6}" dt="2025-04-21T13:40:31.758" v="479" actId="47"/>
        <pc:sldMkLst>
          <pc:docMk/>
          <pc:sldMk cId="444621850" sldId="256"/>
        </pc:sldMkLst>
      </pc:sldChg>
      <pc:sldChg chg="delSp modSp mod">
        <pc:chgData name="Miriam Schreiber" userId="5a452ff8-f189-44a9-9767-da59f69398bf" providerId="ADAL" clId="{5FF45B2A-E25A-4496-911A-50D2B1AF37F6}" dt="2025-04-21T13:46:31.355" v="588" actId="20577"/>
        <pc:sldMkLst>
          <pc:docMk/>
          <pc:sldMk cId="1324567577" sldId="257"/>
        </pc:sldMkLst>
        <pc:spChg chg="mod">
          <ac:chgData name="Miriam Schreiber" userId="5a452ff8-f189-44a9-9767-da59f69398bf" providerId="ADAL" clId="{5FF45B2A-E25A-4496-911A-50D2B1AF37F6}" dt="2025-04-21T13:46:31.355" v="588" actId="20577"/>
          <ac:spMkLst>
            <pc:docMk/>
            <pc:sldMk cId="1324567577" sldId="257"/>
            <ac:spMk id="5" creationId="{F6E649A3-AFA8-A2E4-7419-C662120E8AA7}"/>
          </ac:spMkLst>
        </pc:spChg>
        <pc:graphicFrameChg chg="del mod modGraphic">
          <ac:chgData name="Miriam Schreiber" userId="5a452ff8-f189-44a9-9767-da59f69398bf" providerId="ADAL" clId="{5FF45B2A-E25A-4496-911A-50D2B1AF37F6}" dt="2025-04-21T13:27:04.055" v="16" actId="21"/>
          <ac:graphicFrameMkLst>
            <pc:docMk/>
            <pc:sldMk cId="1324567577" sldId="257"/>
            <ac:graphicFrameMk id="13" creationId="{2B998F54-A218-091F-16F6-1CF486D89DC1}"/>
          </ac:graphicFrameMkLst>
        </pc:graphicFrameChg>
        <pc:picChg chg="del mod">
          <ac:chgData name="Miriam Schreiber" userId="5a452ff8-f189-44a9-9767-da59f69398bf" providerId="ADAL" clId="{5FF45B2A-E25A-4496-911A-50D2B1AF37F6}" dt="2025-04-21T13:27:04.055" v="16" actId="21"/>
          <ac:picMkLst>
            <pc:docMk/>
            <pc:sldMk cId="1324567577" sldId="257"/>
            <ac:picMk id="9" creationId="{3A83B871-612C-D6F2-8EDF-595AB7563E55}"/>
          </ac:picMkLst>
        </pc:picChg>
        <pc:picChg chg="del mod">
          <ac:chgData name="Miriam Schreiber" userId="5a452ff8-f189-44a9-9767-da59f69398bf" providerId="ADAL" clId="{5FF45B2A-E25A-4496-911A-50D2B1AF37F6}" dt="2025-04-21T13:27:04.055" v="16" actId="21"/>
          <ac:picMkLst>
            <pc:docMk/>
            <pc:sldMk cId="1324567577" sldId="257"/>
            <ac:picMk id="17" creationId="{03950AFC-483E-11F2-C718-74CF3DDE85BE}"/>
          </ac:picMkLst>
        </pc:picChg>
      </pc:sldChg>
      <pc:sldChg chg="addSp modSp mod ord modClrScheme chgLayout">
        <pc:chgData name="Miriam Schreiber" userId="5a452ff8-f189-44a9-9767-da59f69398bf" providerId="ADAL" clId="{5FF45B2A-E25A-4496-911A-50D2B1AF37F6}" dt="2025-04-21T13:48:21.742" v="619" actId="1076"/>
        <pc:sldMkLst>
          <pc:docMk/>
          <pc:sldMk cId="3054025935" sldId="258"/>
        </pc:sldMkLst>
        <pc:spChg chg="mod ord">
          <ac:chgData name="Miriam Schreiber" userId="5a452ff8-f189-44a9-9767-da59f69398bf" providerId="ADAL" clId="{5FF45B2A-E25A-4496-911A-50D2B1AF37F6}" dt="2025-04-21T13:29:39.798" v="153" actId="700"/>
          <ac:spMkLst>
            <pc:docMk/>
            <pc:sldMk cId="3054025935" sldId="258"/>
            <ac:spMk id="2" creationId="{6134A408-6025-64A1-A28B-AA61C9C6F719}"/>
          </ac:spMkLst>
        </pc:spChg>
        <pc:spChg chg="mod ord">
          <ac:chgData name="Miriam Schreiber" userId="5a452ff8-f189-44a9-9767-da59f69398bf" providerId="ADAL" clId="{5FF45B2A-E25A-4496-911A-50D2B1AF37F6}" dt="2025-04-21T13:48:10.344" v="602" actId="27636"/>
          <ac:spMkLst>
            <pc:docMk/>
            <pc:sldMk cId="3054025935" sldId="258"/>
            <ac:spMk id="3" creationId="{68F11B2C-E4B9-5485-852B-0F9CEF01617E}"/>
          </ac:spMkLst>
        </pc:spChg>
        <pc:picChg chg="add mod">
          <ac:chgData name="Miriam Schreiber" userId="5a452ff8-f189-44a9-9767-da59f69398bf" providerId="ADAL" clId="{5FF45B2A-E25A-4496-911A-50D2B1AF37F6}" dt="2025-04-21T13:48:19.081" v="618" actId="1035"/>
          <ac:picMkLst>
            <pc:docMk/>
            <pc:sldMk cId="3054025935" sldId="258"/>
            <ac:picMk id="4" creationId="{093984AE-7D15-6200-C29E-F60840699224}"/>
          </ac:picMkLst>
        </pc:picChg>
        <pc:picChg chg="mod">
          <ac:chgData name="Miriam Schreiber" userId="5a452ff8-f189-44a9-9767-da59f69398bf" providerId="ADAL" clId="{5FF45B2A-E25A-4496-911A-50D2B1AF37F6}" dt="2025-04-21T13:48:19.081" v="618" actId="1035"/>
          <ac:picMkLst>
            <pc:docMk/>
            <pc:sldMk cId="3054025935" sldId="258"/>
            <ac:picMk id="5" creationId="{832774BC-4B7A-3FBD-809F-9959985F5BB7}"/>
          </ac:picMkLst>
        </pc:picChg>
        <pc:picChg chg="add mod">
          <ac:chgData name="Miriam Schreiber" userId="5a452ff8-f189-44a9-9767-da59f69398bf" providerId="ADAL" clId="{5FF45B2A-E25A-4496-911A-50D2B1AF37F6}" dt="2025-04-21T13:48:21.742" v="619" actId="1076"/>
          <ac:picMkLst>
            <pc:docMk/>
            <pc:sldMk cId="3054025935" sldId="258"/>
            <ac:picMk id="6" creationId="{F3C845D0-551D-B77C-03F1-3A7A69F1E716}"/>
          </ac:picMkLst>
        </pc:picChg>
        <pc:picChg chg="mod">
          <ac:chgData name="Miriam Schreiber" userId="5a452ff8-f189-44a9-9767-da59f69398bf" providerId="ADAL" clId="{5FF45B2A-E25A-4496-911A-50D2B1AF37F6}" dt="2025-04-21T13:48:19.081" v="618" actId="1035"/>
          <ac:picMkLst>
            <pc:docMk/>
            <pc:sldMk cId="3054025935" sldId="258"/>
            <ac:picMk id="7" creationId="{C69128A3-166F-CDC1-15DE-7348D576BEB3}"/>
          </ac:picMkLst>
        </pc:picChg>
      </pc:sldChg>
      <pc:sldChg chg="addSp delSp modSp add del mod modClrScheme chgLayout">
        <pc:chgData name="Miriam Schreiber" userId="5a452ff8-f189-44a9-9767-da59f69398bf" providerId="ADAL" clId="{5FF45B2A-E25A-4496-911A-50D2B1AF37F6}" dt="2025-04-21T13:40:22.027" v="478" actId="478"/>
        <pc:sldMkLst>
          <pc:docMk/>
          <pc:sldMk cId="420386050" sldId="259"/>
        </pc:sldMkLst>
        <pc:spChg chg="mod ord">
          <ac:chgData name="Miriam Schreiber" userId="5a452ff8-f189-44a9-9767-da59f69398bf" providerId="ADAL" clId="{5FF45B2A-E25A-4496-911A-50D2B1AF37F6}" dt="2025-04-21T13:30:58.225" v="157" actId="700"/>
          <ac:spMkLst>
            <pc:docMk/>
            <pc:sldMk cId="420386050" sldId="259"/>
            <ac:spMk id="2" creationId="{5E45955C-F2A1-68B5-1594-FE0DA727DA29}"/>
          </ac:spMkLst>
        </pc:spChg>
        <pc:spChg chg="mod ord">
          <ac:chgData name="Miriam Schreiber" userId="5a452ff8-f189-44a9-9767-da59f69398bf" providerId="ADAL" clId="{5FF45B2A-E25A-4496-911A-50D2B1AF37F6}" dt="2025-04-21T13:33:53.138" v="385" actId="20577"/>
          <ac:spMkLst>
            <pc:docMk/>
            <pc:sldMk cId="420386050" sldId="259"/>
            <ac:spMk id="3" creationId="{212463A8-A47D-D756-72E6-DF704CCF77C7}"/>
          </ac:spMkLst>
        </pc:spChg>
        <pc:spChg chg="add mod">
          <ac:chgData name="Miriam Schreiber" userId="5a452ff8-f189-44a9-9767-da59f69398bf" providerId="ADAL" clId="{5FF45B2A-E25A-4496-911A-50D2B1AF37F6}" dt="2025-04-21T13:40:02.799" v="476" actId="1076"/>
          <ac:spMkLst>
            <pc:docMk/>
            <pc:sldMk cId="420386050" sldId="259"/>
            <ac:spMk id="4" creationId="{BB0F92B7-3587-DDA2-DB6F-4171A49A98BD}"/>
          </ac:spMkLst>
        </pc:spChg>
        <pc:spChg chg="add del">
          <ac:chgData name="Miriam Schreiber" userId="5a452ff8-f189-44a9-9767-da59f69398bf" providerId="ADAL" clId="{5FF45B2A-E25A-4496-911A-50D2B1AF37F6}" dt="2025-04-21T13:40:22.027" v="478" actId="478"/>
          <ac:spMkLst>
            <pc:docMk/>
            <pc:sldMk cId="420386050" sldId="259"/>
            <ac:spMk id="5" creationId="{15A13815-9130-1C75-FD24-FB2FB5E301A9}"/>
          </ac:spMkLst>
        </pc:spChg>
        <pc:picChg chg="mod">
          <ac:chgData name="Miriam Schreiber" userId="5a452ff8-f189-44a9-9767-da59f69398bf" providerId="ADAL" clId="{5FF45B2A-E25A-4496-911A-50D2B1AF37F6}" dt="2025-04-21T13:39:49.282" v="474" actId="1076"/>
          <ac:picMkLst>
            <pc:docMk/>
            <pc:sldMk cId="420386050" sldId="259"/>
            <ac:picMk id="15" creationId="{D474CC38-1EB4-76E4-749E-6CC28055ADE5}"/>
          </ac:picMkLst>
        </pc:picChg>
      </pc:sldChg>
      <pc:sldChg chg="addSp delSp modSp new mod">
        <pc:chgData name="Miriam Schreiber" userId="5a452ff8-f189-44a9-9767-da59f69398bf" providerId="ADAL" clId="{5FF45B2A-E25A-4496-911A-50D2B1AF37F6}" dt="2025-04-21T13:47:48.049" v="592" actId="21"/>
        <pc:sldMkLst>
          <pc:docMk/>
          <pc:sldMk cId="412019028" sldId="260"/>
        </pc:sldMkLst>
        <pc:spChg chg="mod">
          <ac:chgData name="Miriam Schreiber" userId="5a452ff8-f189-44a9-9767-da59f69398bf" providerId="ADAL" clId="{5FF45B2A-E25A-4496-911A-50D2B1AF37F6}" dt="2025-04-21T13:28:46.607" v="63"/>
          <ac:spMkLst>
            <pc:docMk/>
            <pc:sldMk cId="412019028" sldId="260"/>
            <ac:spMk id="2" creationId="{273C898D-9D6F-8453-6718-F240AAF212F6}"/>
          </ac:spMkLst>
        </pc:spChg>
        <pc:spChg chg="mod">
          <ac:chgData name="Miriam Schreiber" userId="5a452ff8-f189-44a9-9767-da59f69398bf" providerId="ADAL" clId="{5FF45B2A-E25A-4496-911A-50D2B1AF37F6}" dt="2025-04-21T13:47:06.827" v="590" actId="27636"/>
          <ac:spMkLst>
            <pc:docMk/>
            <pc:sldMk cId="412019028" sldId="260"/>
            <ac:spMk id="3" creationId="{23039301-7AEF-1D48-FBBD-E1F5598EAA96}"/>
          </ac:spMkLst>
        </pc:spChg>
        <pc:spChg chg="add del">
          <ac:chgData name="Miriam Schreiber" userId="5a452ff8-f189-44a9-9767-da59f69398bf" providerId="ADAL" clId="{5FF45B2A-E25A-4496-911A-50D2B1AF37F6}" dt="2025-04-21T13:27:20.456" v="26" actId="22"/>
          <ac:spMkLst>
            <pc:docMk/>
            <pc:sldMk cId="412019028" sldId="260"/>
            <ac:spMk id="5" creationId="{1419DFB7-5656-5417-C74C-EE2F998A3FA5}"/>
          </ac:spMkLst>
        </pc:spChg>
        <pc:graphicFrameChg chg="add mod modGraphic">
          <ac:chgData name="Miriam Schreiber" userId="5a452ff8-f189-44a9-9767-da59f69398bf" providerId="ADAL" clId="{5FF45B2A-E25A-4496-911A-50D2B1AF37F6}" dt="2025-04-21T13:28:30.615" v="62" actId="1076"/>
          <ac:graphicFrameMkLst>
            <pc:docMk/>
            <pc:sldMk cId="412019028" sldId="260"/>
            <ac:graphicFrameMk id="13" creationId="{2B998F54-A218-091F-16F6-1CF486D89DC1}"/>
          </ac:graphicFrameMkLst>
        </pc:graphicFrameChg>
        <pc:picChg chg="add del mod">
          <ac:chgData name="Miriam Schreiber" userId="5a452ff8-f189-44a9-9767-da59f69398bf" providerId="ADAL" clId="{5FF45B2A-E25A-4496-911A-50D2B1AF37F6}" dt="2025-04-21T13:47:48.049" v="592" actId="21"/>
          <ac:picMkLst>
            <pc:docMk/>
            <pc:sldMk cId="412019028" sldId="260"/>
            <ac:picMk id="9" creationId="{3A83B871-612C-D6F2-8EDF-595AB7563E55}"/>
          </ac:picMkLst>
        </pc:picChg>
        <pc:picChg chg="add del mod">
          <ac:chgData name="Miriam Schreiber" userId="5a452ff8-f189-44a9-9767-da59f69398bf" providerId="ADAL" clId="{5FF45B2A-E25A-4496-911A-50D2B1AF37F6}" dt="2025-04-21T13:47:48.049" v="592" actId="21"/>
          <ac:picMkLst>
            <pc:docMk/>
            <pc:sldMk cId="412019028" sldId="260"/>
            <ac:picMk id="17" creationId="{03950AFC-483E-11F2-C718-74CF3DDE85BE}"/>
          </ac:picMkLst>
        </pc:picChg>
      </pc:sldChg>
      <pc:sldChg chg="modSp new mod">
        <pc:chgData name="Miriam Schreiber" userId="5a452ff8-f189-44a9-9767-da59f69398bf" providerId="ADAL" clId="{5FF45B2A-E25A-4496-911A-50D2B1AF37F6}" dt="2025-04-21T14:23:09.102" v="931" actId="20577"/>
        <pc:sldMkLst>
          <pc:docMk/>
          <pc:sldMk cId="3352573634" sldId="261"/>
        </pc:sldMkLst>
        <pc:spChg chg="mod">
          <ac:chgData name="Miriam Schreiber" userId="5a452ff8-f189-44a9-9767-da59f69398bf" providerId="ADAL" clId="{5FF45B2A-E25A-4496-911A-50D2B1AF37F6}" dt="2025-04-21T13:52:02.442" v="899" actId="20577"/>
          <ac:spMkLst>
            <pc:docMk/>
            <pc:sldMk cId="3352573634" sldId="261"/>
            <ac:spMk id="2" creationId="{5AE99A11-CC15-CE00-1BB0-5AFDE52E8D31}"/>
          </ac:spMkLst>
        </pc:spChg>
        <pc:spChg chg="mod">
          <ac:chgData name="Miriam Schreiber" userId="5a452ff8-f189-44a9-9767-da59f69398bf" providerId="ADAL" clId="{5FF45B2A-E25A-4496-911A-50D2B1AF37F6}" dt="2025-04-21T14:23:09.102" v="931" actId="20577"/>
          <ac:spMkLst>
            <pc:docMk/>
            <pc:sldMk cId="3352573634" sldId="261"/>
            <ac:spMk id="3" creationId="{45984409-3419-6719-47B9-886FDE80CE10}"/>
          </ac:spMkLst>
        </pc:spChg>
      </pc:sldChg>
      <pc:sldMasterChg chg="delSldLayout">
        <pc:chgData name="Miriam Schreiber" userId="5a452ff8-f189-44a9-9767-da59f69398bf" providerId="ADAL" clId="{5FF45B2A-E25A-4496-911A-50D2B1AF37F6}" dt="2025-04-21T13:40:31.758" v="479" actId="47"/>
        <pc:sldMasterMkLst>
          <pc:docMk/>
          <pc:sldMasterMk cId="3332074797" sldId="2147483660"/>
        </pc:sldMasterMkLst>
        <pc:sldLayoutChg chg="del">
          <pc:chgData name="Miriam Schreiber" userId="5a452ff8-f189-44a9-9767-da59f69398bf" providerId="ADAL" clId="{5FF45B2A-E25A-4496-911A-50D2B1AF37F6}" dt="2025-04-21T13:40:31.758" v="479" actId="47"/>
          <pc:sldLayoutMkLst>
            <pc:docMk/>
            <pc:sldMasterMk cId="3332074797" sldId="2147483660"/>
            <pc:sldLayoutMk cId="3177392527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black background&#10;&#10;Description automatically generated">
            <a:extLst>
              <a:ext uri="{FF2B5EF4-FFF2-40B4-BE49-F238E27FC236}">
                <a16:creationId xmlns:a16="http://schemas.microsoft.com/office/drawing/2014/main" id="{0DA56BEF-7A51-F32F-5856-9F8466DCD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CA34C3-B2CE-5693-004E-F632B160D1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482069"/>
            <a:ext cx="7400996" cy="101297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– font size 36pt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979AD8-5245-95F9-BEBD-71CAC1B9A8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6FDB2B-22AD-4B0F-B704-2814FE3CCC6E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5" name="Picture 4" descr="A green and blue cylinder with blue stripes&#10;&#10;Description automatically generated">
            <a:extLst>
              <a:ext uri="{FF2B5EF4-FFF2-40B4-BE49-F238E27FC236}">
                <a16:creationId xmlns:a16="http://schemas.microsoft.com/office/drawing/2014/main" id="{E11CB1EF-71ED-DD4D-7CC4-9D87A8B2F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925" y="2641018"/>
            <a:ext cx="2943839" cy="1324975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922814-6859-63F6-E30B-D0D14525B0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5308600"/>
            <a:ext cx="6832600" cy="704851"/>
          </a:xfrm>
        </p:spPr>
        <p:txBody>
          <a:bodyPr>
            <a:normAutofit/>
          </a:bodyPr>
          <a:lstStyle>
            <a:lvl1pPr marL="0" indent="0">
              <a:buNone/>
              <a:defRPr sz="3200" b="1">
                <a:solidFill>
                  <a:srgbClr val="5D842F"/>
                </a:solidFill>
              </a:defRPr>
            </a:lvl1pPr>
            <a:lvl2pPr marL="609585" indent="0">
              <a:buNone/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GB"/>
              <a:t>Presenter’s name – font size 24</a:t>
            </a:r>
          </a:p>
        </p:txBody>
      </p:sp>
    </p:spTree>
    <p:extLst>
      <p:ext uri="{BB962C8B-B14F-4D97-AF65-F5344CB8AC3E}">
        <p14:creationId xmlns:p14="http://schemas.microsoft.com/office/powerpoint/2010/main" val="1817320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0FBBAEA-4219-07E4-AF8C-8EF442505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" y="5730240"/>
            <a:ext cx="12192000" cy="11277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296347"/>
            <a:ext cx="9428084" cy="7297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 – font size 36pt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600201"/>
            <a:ext cx="10972800" cy="385885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add text – font size 32pt</a:t>
            </a:r>
          </a:p>
          <a:p>
            <a:pPr lvl="1"/>
            <a:r>
              <a:rPr lang="en-US"/>
              <a:t>Second level – font size 28pt</a:t>
            </a:r>
          </a:p>
          <a:p>
            <a:pPr lvl="2"/>
            <a:r>
              <a:rPr lang="en-US"/>
              <a:t>Third level – font size 24pt</a:t>
            </a:r>
          </a:p>
          <a:p>
            <a:pPr lvl="3"/>
            <a:r>
              <a:rPr lang="en-US"/>
              <a:t>Fourth level – font size 20pt</a:t>
            </a:r>
          </a:p>
          <a:p>
            <a:pPr lvl="4"/>
            <a:r>
              <a:rPr lang="en-US"/>
              <a:t>Fifth level – font size 20pt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96FDB2B-22AD-4B0F-B704-2814FE3CCC6E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7" name="Picture 6" descr="A green cylinder with blue stripes&#10;&#10;Description automatically generated">
            <a:extLst>
              <a:ext uri="{FF2B5EF4-FFF2-40B4-BE49-F238E27FC236}">
                <a16:creationId xmlns:a16="http://schemas.microsoft.com/office/drawing/2014/main" id="{2741A397-1D23-DA7F-87DC-80F07429A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5647" y="342227"/>
            <a:ext cx="1621300" cy="72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472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96347"/>
            <a:ext cx="9404411" cy="7297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 – font size 36pt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600201"/>
            <a:ext cx="10972800" cy="385885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add text – font size 32pt</a:t>
            </a:r>
          </a:p>
          <a:p>
            <a:pPr lvl="1"/>
            <a:r>
              <a:rPr lang="en-US"/>
              <a:t>Second level – font size 28pt</a:t>
            </a:r>
          </a:p>
          <a:p>
            <a:pPr lvl="2"/>
            <a:r>
              <a:rPr lang="en-US"/>
              <a:t>Third level – font size 24pt</a:t>
            </a:r>
          </a:p>
          <a:p>
            <a:pPr lvl="3"/>
            <a:r>
              <a:rPr lang="en-US"/>
              <a:t>Fourth level – font size 20pt</a:t>
            </a:r>
          </a:p>
          <a:p>
            <a:pPr lvl="4"/>
            <a:r>
              <a:rPr lang="en-US"/>
              <a:t>Fifth level – font size 20pt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DB2B-22AD-4B0F-B704-2814FE3CCC6E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5" name="Picture 4" descr="A green cylinder with blue stripes&#10;&#10;Description automatically generated">
            <a:extLst>
              <a:ext uri="{FF2B5EF4-FFF2-40B4-BE49-F238E27FC236}">
                <a16:creationId xmlns:a16="http://schemas.microsoft.com/office/drawing/2014/main" id="{821FB7AA-6149-89CA-C25B-00135B16E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647" y="342227"/>
            <a:ext cx="1621300" cy="72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80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A40460F-8EA6-394F-9BE5-FAC51BC43E2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DB2B-22AD-4B0F-B704-2814FE3CCC6E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296347"/>
            <a:ext cx="9499105" cy="7297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 – font size 36pt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395EF404-75BA-6408-48B9-8780882C2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810" y="345656"/>
            <a:ext cx="1621300" cy="7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882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ainbow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BE6D1D7-A607-8DE8-0962-B0F6F52B4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H="1">
            <a:off x="0" y="-1"/>
            <a:ext cx="12192000" cy="20736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296347"/>
            <a:ext cx="9327317" cy="7297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– font size 36pt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1" y="2157251"/>
            <a:ext cx="10972800" cy="385885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add text – font size 32pt</a:t>
            </a:r>
          </a:p>
          <a:p>
            <a:pPr lvl="1"/>
            <a:r>
              <a:rPr lang="en-US"/>
              <a:t>Second level – font size 28pt</a:t>
            </a:r>
          </a:p>
          <a:p>
            <a:pPr lvl="2"/>
            <a:r>
              <a:rPr lang="en-US"/>
              <a:t>Third level – font size 24pt</a:t>
            </a:r>
          </a:p>
          <a:p>
            <a:pPr lvl="3"/>
            <a:r>
              <a:rPr lang="en-US"/>
              <a:t>Fourth level – font size 20pt</a:t>
            </a:r>
          </a:p>
          <a:p>
            <a:pPr lvl="4"/>
            <a:r>
              <a:rPr lang="en-US"/>
              <a:t>Fifth level – font size 20pt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DB2B-22AD-4B0F-B704-2814FE3CCC6E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1E29B43D-5980-C913-A775-526987434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3810" y="345656"/>
            <a:ext cx="1621300" cy="7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925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96347"/>
            <a:ext cx="9546455" cy="72972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Title – font size 36pt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10972800" cy="25802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add text – font size 28pt</a:t>
            </a:r>
          </a:p>
          <a:p>
            <a:pPr lvl="1"/>
            <a:r>
              <a:rPr lang="en-US"/>
              <a:t>Second level – font size 24pt</a:t>
            </a:r>
          </a:p>
          <a:p>
            <a:pPr lvl="2"/>
            <a:r>
              <a:rPr lang="en-US"/>
              <a:t>Third level – font size 20pt</a:t>
            </a:r>
          </a:p>
          <a:p>
            <a:pPr lvl="3"/>
            <a:r>
              <a:rPr lang="en-US"/>
              <a:t>Fourth level – font size 18pt</a:t>
            </a:r>
          </a:p>
          <a:p>
            <a:pPr lvl="4"/>
            <a:r>
              <a:rPr lang="en-US"/>
              <a:t>Fifth level – font size 18pt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4415874"/>
            <a:ext cx="12192001" cy="2403919"/>
          </a:xfrm>
          <a:custGeom>
            <a:avLst/>
            <a:gdLst>
              <a:gd name="connsiteX0" fmla="*/ 0 w 9144001"/>
              <a:gd name="connsiteY0" fmla="*/ 0 h 1800000"/>
              <a:gd name="connsiteX1" fmla="*/ 8244001 w 9144001"/>
              <a:gd name="connsiteY1" fmla="*/ 0 h 1800000"/>
              <a:gd name="connsiteX2" fmla="*/ 9144001 w 9144001"/>
              <a:gd name="connsiteY2" fmla="*/ 900000 h 1800000"/>
              <a:gd name="connsiteX3" fmla="*/ 9144001 w 9144001"/>
              <a:gd name="connsiteY3" fmla="*/ 1800000 h 1800000"/>
              <a:gd name="connsiteX4" fmla="*/ 0 w 9144001"/>
              <a:gd name="connsiteY4" fmla="*/ 1800000 h 1800000"/>
              <a:gd name="connsiteX5" fmla="*/ 0 w 9144001"/>
              <a:gd name="connsiteY5" fmla="*/ 0 h 1800000"/>
              <a:gd name="connsiteX0" fmla="*/ 0 w 9144001"/>
              <a:gd name="connsiteY0" fmla="*/ 0 h 1800000"/>
              <a:gd name="connsiteX1" fmla="*/ 4060801 w 9144001"/>
              <a:gd name="connsiteY1" fmla="*/ 21600 h 1800000"/>
              <a:gd name="connsiteX2" fmla="*/ 9144001 w 9144001"/>
              <a:gd name="connsiteY2" fmla="*/ 900000 h 1800000"/>
              <a:gd name="connsiteX3" fmla="*/ 9144001 w 9144001"/>
              <a:gd name="connsiteY3" fmla="*/ 1800000 h 1800000"/>
              <a:gd name="connsiteX4" fmla="*/ 0 w 9144001"/>
              <a:gd name="connsiteY4" fmla="*/ 1800000 h 1800000"/>
              <a:gd name="connsiteX5" fmla="*/ 0 w 9144001"/>
              <a:gd name="connsiteY5" fmla="*/ 0 h 1800000"/>
              <a:gd name="connsiteX0" fmla="*/ 0 w 9144001"/>
              <a:gd name="connsiteY0" fmla="*/ 163653 h 1963653"/>
              <a:gd name="connsiteX1" fmla="*/ 4060801 w 9144001"/>
              <a:gd name="connsiteY1" fmla="*/ 185253 h 1963653"/>
              <a:gd name="connsiteX2" fmla="*/ 9144001 w 9144001"/>
              <a:gd name="connsiteY2" fmla="*/ 1063653 h 1963653"/>
              <a:gd name="connsiteX3" fmla="*/ 9144001 w 9144001"/>
              <a:gd name="connsiteY3" fmla="*/ 1963653 h 1963653"/>
              <a:gd name="connsiteX4" fmla="*/ 0 w 9144001"/>
              <a:gd name="connsiteY4" fmla="*/ 1963653 h 1963653"/>
              <a:gd name="connsiteX5" fmla="*/ 0 w 9144001"/>
              <a:gd name="connsiteY5" fmla="*/ 163653 h 1963653"/>
              <a:gd name="connsiteX0" fmla="*/ 0 w 9144001"/>
              <a:gd name="connsiteY0" fmla="*/ 161569 h 1961569"/>
              <a:gd name="connsiteX1" fmla="*/ 4060801 w 9144001"/>
              <a:gd name="connsiteY1" fmla="*/ 183169 h 1961569"/>
              <a:gd name="connsiteX2" fmla="*/ 9144001 w 9144001"/>
              <a:gd name="connsiteY2" fmla="*/ 1061569 h 1961569"/>
              <a:gd name="connsiteX3" fmla="*/ 9144001 w 9144001"/>
              <a:gd name="connsiteY3" fmla="*/ 1961569 h 1961569"/>
              <a:gd name="connsiteX4" fmla="*/ 0 w 9144001"/>
              <a:gd name="connsiteY4" fmla="*/ 1961569 h 1961569"/>
              <a:gd name="connsiteX5" fmla="*/ 0 w 9144001"/>
              <a:gd name="connsiteY5" fmla="*/ 161569 h 1961569"/>
              <a:gd name="connsiteX0" fmla="*/ 0 w 9144001"/>
              <a:gd name="connsiteY0" fmla="*/ 131836 h 1931836"/>
              <a:gd name="connsiteX1" fmla="*/ 6012001 w 9144001"/>
              <a:gd name="connsiteY1" fmla="*/ 254236 h 1931836"/>
              <a:gd name="connsiteX2" fmla="*/ 9144001 w 9144001"/>
              <a:gd name="connsiteY2" fmla="*/ 1031836 h 1931836"/>
              <a:gd name="connsiteX3" fmla="*/ 9144001 w 9144001"/>
              <a:gd name="connsiteY3" fmla="*/ 1931836 h 1931836"/>
              <a:gd name="connsiteX4" fmla="*/ 0 w 9144001"/>
              <a:gd name="connsiteY4" fmla="*/ 1931836 h 1931836"/>
              <a:gd name="connsiteX5" fmla="*/ 0 w 9144001"/>
              <a:gd name="connsiteY5" fmla="*/ 131836 h 1931836"/>
              <a:gd name="connsiteX0" fmla="*/ 0 w 9144001"/>
              <a:gd name="connsiteY0" fmla="*/ 0 h 1800000"/>
              <a:gd name="connsiteX1" fmla="*/ 6012001 w 9144001"/>
              <a:gd name="connsiteY1" fmla="*/ 122400 h 1800000"/>
              <a:gd name="connsiteX2" fmla="*/ 9144001 w 9144001"/>
              <a:gd name="connsiteY2" fmla="*/ 900000 h 1800000"/>
              <a:gd name="connsiteX3" fmla="*/ 9144001 w 9144001"/>
              <a:gd name="connsiteY3" fmla="*/ 1800000 h 1800000"/>
              <a:gd name="connsiteX4" fmla="*/ 0 w 9144001"/>
              <a:gd name="connsiteY4" fmla="*/ 1800000 h 1800000"/>
              <a:gd name="connsiteX5" fmla="*/ 0 w 9144001"/>
              <a:gd name="connsiteY5" fmla="*/ 0 h 1800000"/>
              <a:gd name="connsiteX0" fmla="*/ 0 w 9144001"/>
              <a:gd name="connsiteY0" fmla="*/ 4501 h 1804501"/>
              <a:gd name="connsiteX1" fmla="*/ 6012001 w 9144001"/>
              <a:gd name="connsiteY1" fmla="*/ 126901 h 1804501"/>
              <a:gd name="connsiteX2" fmla="*/ 9144001 w 9144001"/>
              <a:gd name="connsiteY2" fmla="*/ 904501 h 1804501"/>
              <a:gd name="connsiteX3" fmla="*/ 9144001 w 9144001"/>
              <a:gd name="connsiteY3" fmla="*/ 1804501 h 1804501"/>
              <a:gd name="connsiteX4" fmla="*/ 0 w 9144001"/>
              <a:gd name="connsiteY4" fmla="*/ 1804501 h 1804501"/>
              <a:gd name="connsiteX5" fmla="*/ 0 w 9144001"/>
              <a:gd name="connsiteY5" fmla="*/ 4501 h 1804501"/>
              <a:gd name="connsiteX0" fmla="*/ 0 w 9144001"/>
              <a:gd name="connsiteY0" fmla="*/ 9466 h 1809466"/>
              <a:gd name="connsiteX1" fmla="*/ 4860001 w 9144001"/>
              <a:gd name="connsiteY1" fmla="*/ 110266 h 1809466"/>
              <a:gd name="connsiteX2" fmla="*/ 9144001 w 9144001"/>
              <a:gd name="connsiteY2" fmla="*/ 909466 h 1809466"/>
              <a:gd name="connsiteX3" fmla="*/ 9144001 w 9144001"/>
              <a:gd name="connsiteY3" fmla="*/ 1809466 h 1809466"/>
              <a:gd name="connsiteX4" fmla="*/ 0 w 9144001"/>
              <a:gd name="connsiteY4" fmla="*/ 1809466 h 1809466"/>
              <a:gd name="connsiteX5" fmla="*/ 0 w 9144001"/>
              <a:gd name="connsiteY5" fmla="*/ 9466 h 1809466"/>
              <a:gd name="connsiteX0" fmla="*/ 0 w 9144001"/>
              <a:gd name="connsiteY0" fmla="*/ 2284 h 1802284"/>
              <a:gd name="connsiteX1" fmla="*/ 4860001 w 9144001"/>
              <a:gd name="connsiteY1" fmla="*/ 103084 h 1802284"/>
              <a:gd name="connsiteX2" fmla="*/ 9136801 w 9144001"/>
              <a:gd name="connsiteY2" fmla="*/ 592684 h 1802284"/>
              <a:gd name="connsiteX3" fmla="*/ 9144001 w 9144001"/>
              <a:gd name="connsiteY3" fmla="*/ 1802284 h 1802284"/>
              <a:gd name="connsiteX4" fmla="*/ 0 w 9144001"/>
              <a:gd name="connsiteY4" fmla="*/ 1802284 h 1802284"/>
              <a:gd name="connsiteX5" fmla="*/ 0 w 9144001"/>
              <a:gd name="connsiteY5" fmla="*/ 2284 h 1802284"/>
              <a:gd name="connsiteX0" fmla="*/ 0 w 9144001"/>
              <a:gd name="connsiteY0" fmla="*/ 2939 h 1802939"/>
              <a:gd name="connsiteX1" fmla="*/ 4773601 w 9144001"/>
              <a:gd name="connsiteY1" fmla="*/ 96539 h 1802939"/>
              <a:gd name="connsiteX2" fmla="*/ 9136801 w 9144001"/>
              <a:gd name="connsiteY2" fmla="*/ 593339 h 1802939"/>
              <a:gd name="connsiteX3" fmla="*/ 9144001 w 9144001"/>
              <a:gd name="connsiteY3" fmla="*/ 1802939 h 1802939"/>
              <a:gd name="connsiteX4" fmla="*/ 0 w 9144001"/>
              <a:gd name="connsiteY4" fmla="*/ 1802939 h 1802939"/>
              <a:gd name="connsiteX5" fmla="*/ 0 w 9144001"/>
              <a:gd name="connsiteY5" fmla="*/ 2939 h 1802939"/>
              <a:gd name="connsiteX0" fmla="*/ 0 w 9144001"/>
              <a:gd name="connsiteY0" fmla="*/ 2939 h 1802939"/>
              <a:gd name="connsiteX1" fmla="*/ 4773601 w 9144001"/>
              <a:gd name="connsiteY1" fmla="*/ 96539 h 1802939"/>
              <a:gd name="connsiteX2" fmla="*/ 9136801 w 9144001"/>
              <a:gd name="connsiteY2" fmla="*/ 593339 h 1802939"/>
              <a:gd name="connsiteX3" fmla="*/ 9144001 w 9144001"/>
              <a:gd name="connsiteY3" fmla="*/ 1802939 h 1802939"/>
              <a:gd name="connsiteX4" fmla="*/ 0 w 9144001"/>
              <a:gd name="connsiteY4" fmla="*/ 1802939 h 1802939"/>
              <a:gd name="connsiteX5" fmla="*/ 0 w 9144001"/>
              <a:gd name="connsiteY5" fmla="*/ 2939 h 180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01" h="1802939">
                <a:moveTo>
                  <a:pt x="0" y="2939"/>
                </a:moveTo>
                <a:cubicBezTo>
                  <a:pt x="1000800" y="-5461"/>
                  <a:pt x="3250801" y="-1861"/>
                  <a:pt x="4773601" y="96539"/>
                </a:cubicBezTo>
                <a:cubicBezTo>
                  <a:pt x="6296401" y="194939"/>
                  <a:pt x="8268001" y="390539"/>
                  <a:pt x="9136801" y="593339"/>
                </a:cubicBezTo>
                <a:lnTo>
                  <a:pt x="9144001" y="1802939"/>
                </a:lnTo>
                <a:lnTo>
                  <a:pt x="0" y="1802939"/>
                </a:lnTo>
                <a:lnTo>
                  <a:pt x="0" y="2939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 marL="0" indent="0">
              <a:buNone/>
              <a:defRPr sz="2667"/>
            </a:lvl1pPr>
          </a:lstStyle>
          <a:p>
            <a:r>
              <a:rPr lang="en-US" dirty="0"/>
              <a:t>Drag picture here or click icon. Choose photos that show connections between nature, science and people; or show wonder and detail of an individual subject; or landscape areas reflecting ecological and environmental focus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796FDB2B-22AD-4B0F-B704-2814FE3CCC6E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5" name="Picture 4" descr="A green cylinder with blue stripes&#10;&#10;Description automatically generated">
            <a:extLst>
              <a:ext uri="{FF2B5EF4-FFF2-40B4-BE49-F238E27FC236}">
                <a16:creationId xmlns:a16="http://schemas.microsoft.com/office/drawing/2014/main" id="{AFB28C39-7865-471E-7339-0BB27B4A3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647" y="342227"/>
            <a:ext cx="1621300" cy="72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25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796FDB2B-22AD-4B0F-B704-2814FE3CCC6E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7212735-12AE-5ACB-0FE2-0FC9C16D5F6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10972800" cy="25802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add text – font size 28pt</a:t>
            </a:r>
          </a:p>
          <a:p>
            <a:pPr lvl="1"/>
            <a:r>
              <a:rPr lang="en-US"/>
              <a:t>Second level – font size 24pt</a:t>
            </a:r>
          </a:p>
          <a:p>
            <a:pPr lvl="2"/>
            <a:r>
              <a:rPr lang="en-US"/>
              <a:t>Third level – font size 20pt</a:t>
            </a:r>
          </a:p>
          <a:p>
            <a:pPr lvl="3"/>
            <a:r>
              <a:rPr lang="en-US"/>
              <a:t>Fourth level – font size 18pt</a:t>
            </a:r>
          </a:p>
          <a:p>
            <a:pPr lvl="4"/>
            <a:r>
              <a:rPr lang="en-US"/>
              <a:t>Fifth level – font size 18pt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A3EE6FA5-7C67-29D0-13C7-173F97490A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9601" y="4496595"/>
            <a:ext cx="12201601" cy="2361600"/>
          </a:xfrm>
          <a:custGeom>
            <a:avLst/>
            <a:gdLst>
              <a:gd name="connsiteX0" fmla="*/ 0 w 9144001"/>
              <a:gd name="connsiteY0" fmla="*/ 0 h 1800000"/>
              <a:gd name="connsiteX1" fmla="*/ 8244001 w 9144001"/>
              <a:gd name="connsiteY1" fmla="*/ 0 h 1800000"/>
              <a:gd name="connsiteX2" fmla="*/ 9144001 w 9144001"/>
              <a:gd name="connsiteY2" fmla="*/ 900000 h 1800000"/>
              <a:gd name="connsiteX3" fmla="*/ 9144001 w 9144001"/>
              <a:gd name="connsiteY3" fmla="*/ 1800000 h 1800000"/>
              <a:gd name="connsiteX4" fmla="*/ 0 w 9144001"/>
              <a:gd name="connsiteY4" fmla="*/ 1800000 h 1800000"/>
              <a:gd name="connsiteX5" fmla="*/ 0 w 9144001"/>
              <a:gd name="connsiteY5" fmla="*/ 0 h 1800000"/>
              <a:gd name="connsiteX0" fmla="*/ 0 w 9144001"/>
              <a:gd name="connsiteY0" fmla="*/ 0 h 1800000"/>
              <a:gd name="connsiteX1" fmla="*/ 4060801 w 9144001"/>
              <a:gd name="connsiteY1" fmla="*/ 21600 h 1800000"/>
              <a:gd name="connsiteX2" fmla="*/ 9144001 w 9144001"/>
              <a:gd name="connsiteY2" fmla="*/ 900000 h 1800000"/>
              <a:gd name="connsiteX3" fmla="*/ 9144001 w 9144001"/>
              <a:gd name="connsiteY3" fmla="*/ 1800000 h 1800000"/>
              <a:gd name="connsiteX4" fmla="*/ 0 w 9144001"/>
              <a:gd name="connsiteY4" fmla="*/ 1800000 h 1800000"/>
              <a:gd name="connsiteX5" fmla="*/ 0 w 9144001"/>
              <a:gd name="connsiteY5" fmla="*/ 0 h 1800000"/>
              <a:gd name="connsiteX0" fmla="*/ 0 w 9144001"/>
              <a:gd name="connsiteY0" fmla="*/ 163653 h 1963653"/>
              <a:gd name="connsiteX1" fmla="*/ 4060801 w 9144001"/>
              <a:gd name="connsiteY1" fmla="*/ 185253 h 1963653"/>
              <a:gd name="connsiteX2" fmla="*/ 9144001 w 9144001"/>
              <a:gd name="connsiteY2" fmla="*/ 1063653 h 1963653"/>
              <a:gd name="connsiteX3" fmla="*/ 9144001 w 9144001"/>
              <a:gd name="connsiteY3" fmla="*/ 1963653 h 1963653"/>
              <a:gd name="connsiteX4" fmla="*/ 0 w 9144001"/>
              <a:gd name="connsiteY4" fmla="*/ 1963653 h 1963653"/>
              <a:gd name="connsiteX5" fmla="*/ 0 w 9144001"/>
              <a:gd name="connsiteY5" fmla="*/ 163653 h 1963653"/>
              <a:gd name="connsiteX0" fmla="*/ 0 w 9144001"/>
              <a:gd name="connsiteY0" fmla="*/ 161569 h 1961569"/>
              <a:gd name="connsiteX1" fmla="*/ 4060801 w 9144001"/>
              <a:gd name="connsiteY1" fmla="*/ 183169 h 1961569"/>
              <a:gd name="connsiteX2" fmla="*/ 9144001 w 9144001"/>
              <a:gd name="connsiteY2" fmla="*/ 1061569 h 1961569"/>
              <a:gd name="connsiteX3" fmla="*/ 9144001 w 9144001"/>
              <a:gd name="connsiteY3" fmla="*/ 1961569 h 1961569"/>
              <a:gd name="connsiteX4" fmla="*/ 0 w 9144001"/>
              <a:gd name="connsiteY4" fmla="*/ 1961569 h 1961569"/>
              <a:gd name="connsiteX5" fmla="*/ 0 w 9144001"/>
              <a:gd name="connsiteY5" fmla="*/ 161569 h 1961569"/>
              <a:gd name="connsiteX0" fmla="*/ 0 w 9144001"/>
              <a:gd name="connsiteY0" fmla="*/ 131836 h 1931836"/>
              <a:gd name="connsiteX1" fmla="*/ 6012001 w 9144001"/>
              <a:gd name="connsiteY1" fmla="*/ 254236 h 1931836"/>
              <a:gd name="connsiteX2" fmla="*/ 9144001 w 9144001"/>
              <a:gd name="connsiteY2" fmla="*/ 1031836 h 1931836"/>
              <a:gd name="connsiteX3" fmla="*/ 9144001 w 9144001"/>
              <a:gd name="connsiteY3" fmla="*/ 1931836 h 1931836"/>
              <a:gd name="connsiteX4" fmla="*/ 0 w 9144001"/>
              <a:gd name="connsiteY4" fmla="*/ 1931836 h 1931836"/>
              <a:gd name="connsiteX5" fmla="*/ 0 w 9144001"/>
              <a:gd name="connsiteY5" fmla="*/ 131836 h 1931836"/>
              <a:gd name="connsiteX0" fmla="*/ 0 w 9144001"/>
              <a:gd name="connsiteY0" fmla="*/ 0 h 1800000"/>
              <a:gd name="connsiteX1" fmla="*/ 6012001 w 9144001"/>
              <a:gd name="connsiteY1" fmla="*/ 122400 h 1800000"/>
              <a:gd name="connsiteX2" fmla="*/ 9144001 w 9144001"/>
              <a:gd name="connsiteY2" fmla="*/ 900000 h 1800000"/>
              <a:gd name="connsiteX3" fmla="*/ 9144001 w 9144001"/>
              <a:gd name="connsiteY3" fmla="*/ 1800000 h 1800000"/>
              <a:gd name="connsiteX4" fmla="*/ 0 w 9144001"/>
              <a:gd name="connsiteY4" fmla="*/ 1800000 h 1800000"/>
              <a:gd name="connsiteX5" fmla="*/ 0 w 9144001"/>
              <a:gd name="connsiteY5" fmla="*/ 0 h 1800000"/>
              <a:gd name="connsiteX0" fmla="*/ 0 w 9144001"/>
              <a:gd name="connsiteY0" fmla="*/ 4501 h 1804501"/>
              <a:gd name="connsiteX1" fmla="*/ 6012001 w 9144001"/>
              <a:gd name="connsiteY1" fmla="*/ 126901 h 1804501"/>
              <a:gd name="connsiteX2" fmla="*/ 9144001 w 9144001"/>
              <a:gd name="connsiteY2" fmla="*/ 904501 h 1804501"/>
              <a:gd name="connsiteX3" fmla="*/ 9144001 w 9144001"/>
              <a:gd name="connsiteY3" fmla="*/ 1804501 h 1804501"/>
              <a:gd name="connsiteX4" fmla="*/ 0 w 9144001"/>
              <a:gd name="connsiteY4" fmla="*/ 1804501 h 1804501"/>
              <a:gd name="connsiteX5" fmla="*/ 0 w 9144001"/>
              <a:gd name="connsiteY5" fmla="*/ 4501 h 1804501"/>
              <a:gd name="connsiteX0" fmla="*/ 0 w 9144001"/>
              <a:gd name="connsiteY0" fmla="*/ 9466 h 1809466"/>
              <a:gd name="connsiteX1" fmla="*/ 4860001 w 9144001"/>
              <a:gd name="connsiteY1" fmla="*/ 110266 h 1809466"/>
              <a:gd name="connsiteX2" fmla="*/ 9144001 w 9144001"/>
              <a:gd name="connsiteY2" fmla="*/ 909466 h 1809466"/>
              <a:gd name="connsiteX3" fmla="*/ 9144001 w 9144001"/>
              <a:gd name="connsiteY3" fmla="*/ 1809466 h 1809466"/>
              <a:gd name="connsiteX4" fmla="*/ 0 w 9144001"/>
              <a:gd name="connsiteY4" fmla="*/ 1809466 h 1809466"/>
              <a:gd name="connsiteX5" fmla="*/ 0 w 9144001"/>
              <a:gd name="connsiteY5" fmla="*/ 9466 h 1809466"/>
              <a:gd name="connsiteX0" fmla="*/ 0 w 9144001"/>
              <a:gd name="connsiteY0" fmla="*/ 2284 h 1802284"/>
              <a:gd name="connsiteX1" fmla="*/ 4860001 w 9144001"/>
              <a:gd name="connsiteY1" fmla="*/ 103084 h 1802284"/>
              <a:gd name="connsiteX2" fmla="*/ 9136801 w 9144001"/>
              <a:gd name="connsiteY2" fmla="*/ 592684 h 1802284"/>
              <a:gd name="connsiteX3" fmla="*/ 9144001 w 9144001"/>
              <a:gd name="connsiteY3" fmla="*/ 1802284 h 1802284"/>
              <a:gd name="connsiteX4" fmla="*/ 0 w 9144001"/>
              <a:gd name="connsiteY4" fmla="*/ 1802284 h 1802284"/>
              <a:gd name="connsiteX5" fmla="*/ 0 w 9144001"/>
              <a:gd name="connsiteY5" fmla="*/ 2284 h 1802284"/>
              <a:gd name="connsiteX0" fmla="*/ 0 w 9144001"/>
              <a:gd name="connsiteY0" fmla="*/ 2939 h 1802939"/>
              <a:gd name="connsiteX1" fmla="*/ 4773601 w 9144001"/>
              <a:gd name="connsiteY1" fmla="*/ 96539 h 1802939"/>
              <a:gd name="connsiteX2" fmla="*/ 9136801 w 9144001"/>
              <a:gd name="connsiteY2" fmla="*/ 593339 h 1802939"/>
              <a:gd name="connsiteX3" fmla="*/ 9144001 w 9144001"/>
              <a:gd name="connsiteY3" fmla="*/ 1802939 h 1802939"/>
              <a:gd name="connsiteX4" fmla="*/ 0 w 9144001"/>
              <a:gd name="connsiteY4" fmla="*/ 1802939 h 1802939"/>
              <a:gd name="connsiteX5" fmla="*/ 0 w 9144001"/>
              <a:gd name="connsiteY5" fmla="*/ 2939 h 1802939"/>
              <a:gd name="connsiteX0" fmla="*/ 0 w 9144001"/>
              <a:gd name="connsiteY0" fmla="*/ 2939 h 1802939"/>
              <a:gd name="connsiteX1" fmla="*/ 4773601 w 9144001"/>
              <a:gd name="connsiteY1" fmla="*/ 96539 h 1802939"/>
              <a:gd name="connsiteX2" fmla="*/ 9136801 w 9144001"/>
              <a:gd name="connsiteY2" fmla="*/ 593339 h 1802939"/>
              <a:gd name="connsiteX3" fmla="*/ 9144001 w 9144001"/>
              <a:gd name="connsiteY3" fmla="*/ 1802939 h 1802939"/>
              <a:gd name="connsiteX4" fmla="*/ 0 w 9144001"/>
              <a:gd name="connsiteY4" fmla="*/ 1802939 h 1802939"/>
              <a:gd name="connsiteX5" fmla="*/ 0 w 9144001"/>
              <a:gd name="connsiteY5" fmla="*/ 2939 h 1802939"/>
              <a:gd name="connsiteX0" fmla="*/ 0 w 9144001"/>
              <a:gd name="connsiteY0" fmla="*/ 283722 h 1709322"/>
              <a:gd name="connsiteX1" fmla="*/ 4773601 w 9144001"/>
              <a:gd name="connsiteY1" fmla="*/ 2922 h 1709322"/>
              <a:gd name="connsiteX2" fmla="*/ 9136801 w 9144001"/>
              <a:gd name="connsiteY2" fmla="*/ 499722 h 1709322"/>
              <a:gd name="connsiteX3" fmla="*/ 9144001 w 9144001"/>
              <a:gd name="connsiteY3" fmla="*/ 1709322 h 1709322"/>
              <a:gd name="connsiteX4" fmla="*/ 0 w 9144001"/>
              <a:gd name="connsiteY4" fmla="*/ 1709322 h 1709322"/>
              <a:gd name="connsiteX5" fmla="*/ 0 w 9144001"/>
              <a:gd name="connsiteY5" fmla="*/ 283722 h 1709322"/>
              <a:gd name="connsiteX0" fmla="*/ 0 w 9151201"/>
              <a:gd name="connsiteY0" fmla="*/ 283211 h 1708811"/>
              <a:gd name="connsiteX1" fmla="*/ 4773601 w 9151201"/>
              <a:gd name="connsiteY1" fmla="*/ 2411 h 1708811"/>
              <a:gd name="connsiteX2" fmla="*/ 9151201 w 9151201"/>
              <a:gd name="connsiteY2" fmla="*/ 477611 h 1708811"/>
              <a:gd name="connsiteX3" fmla="*/ 9144001 w 9151201"/>
              <a:gd name="connsiteY3" fmla="*/ 1708811 h 1708811"/>
              <a:gd name="connsiteX4" fmla="*/ 0 w 9151201"/>
              <a:gd name="connsiteY4" fmla="*/ 1708811 h 1708811"/>
              <a:gd name="connsiteX5" fmla="*/ 0 w 9151201"/>
              <a:gd name="connsiteY5" fmla="*/ 283211 h 1708811"/>
              <a:gd name="connsiteX0" fmla="*/ 0 w 9158401"/>
              <a:gd name="connsiteY0" fmla="*/ 352212 h 1777812"/>
              <a:gd name="connsiteX1" fmla="*/ 4773601 w 9158401"/>
              <a:gd name="connsiteY1" fmla="*/ 71412 h 1777812"/>
              <a:gd name="connsiteX2" fmla="*/ 9158401 w 9158401"/>
              <a:gd name="connsiteY2" fmla="*/ 114612 h 1777812"/>
              <a:gd name="connsiteX3" fmla="*/ 9144001 w 9158401"/>
              <a:gd name="connsiteY3" fmla="*/ 1777812 h 1777812"/>
              <a:gd name="connsiteX4" fmla="*/ 0 w 9158401"/>
              <a:gd name="connsiteY4" fmla="*/ 1777812 h 1777812"/>
              <a:gd name="connsiteX5" fmla="*/ 0 w 9158401"/>
              <a:gd name="connsiteY5" fmla="*/ 352212 h 1777812"/>
              <a:gd name="connsiteX0" fmla="*/ 0 w 9158401"/>
              <a:gd name="connsiteY0" fmla="*/ 297331 h 1722931"/>
              <a:gd name="connsiteX1" fmla="*/ 4773601 w 9158401"/>
              <a:gd name="connsiteY1" fmla="*/ 16531 h 1722931"/>
              <a:gd name="connsiteX2" fmla="*/ 9158401 w 9158401"/>
              <a:gd name="connsiteY2" fmla="*/ 59731 h 1722931"/>
              <a:gd name="connsiteX3" fmla="*/ 9144001 w 9158401"/>
              <a:gd name="connsiteY3" fmla="*/ 1722931 h 1722931"/>
              <a:gd name="connsiteX4" fmla="*/ 0 w 9158401"/>
              <a:gd name="connsiteY4" fmla="*/ 1722931 h 1722931"/>
              <a:gd name="connsiteX5" fmla="*/ 0 w 9158401"/>
              <a:gd name="connsiteY5" fmla="*/ 297331 h 1722931"/>
              <a:gd name="connsiteX0" fmla="*/ 0 w 9158401"/>
              <a:gd name="connsiteY0" fmla="*/ 244016 h 1669616"/>
              <a:gd name="connsiteX1" fmla="*/ 3780001 w 9158401"/>
              <a:gd name="connsiteY1" fmla="*/ 200816 h 1669616"/>
              <a:gd name="connsiteX2" fmla="*/ 9158401 w 9158401"/>
              <a:gd name="connsiteY2" fmla="*/ 6416 h 1669616"/>
              <a:gd name="connsiteX3" fmla="*/ 9144001 w 9158401"/>
              <a:gd name="connsiteY3" fmla="*/ 1669616 h 1669616"/>
              <a:gd name="connsiteX4" fmla="*/ 0 w 9158401"/>
              <a:gd name="connsiteY4" fmla="*/ 1669616 h 1669616"/>
              <a:gd name="connsiteX5" fmla="*/ 0 w 9158401"/>
              <a:gd name="connsiteY5" fmla="*/ 244016 h 1669616"/>
              <a:gd name="connsiteX0" fmla="*/ 0 w 9158401"/>
              <a:gd name="connsiteY0" fmla="*/ 300510 h 1726110"/>
              <a:gd name="connsiteX1" fmla="*/ 3780001 w 9158401"/>
              <a:gd name="connsiteY1" fmla="*/ 257310 h 1726110"/>
              <a:gd name="connsiteX2" fmla="*/ 9158401 w 9158401"/>
              <a:gd name="connsiteY2" fmla="*/ 5310 h 1726110"/>
              <a:gd name="connsiteX3" fmla="*/ 9144001 w 9158401"/>
              <a:gd name="connsiteY3" fmla="*/ 1726110 h 1726110"/>
              <a:gd name="connsiteX4" fmla="*/ 0 w 9158401"/>
              <a:gd name="connsiteY4" fmla="*/ 1726110 h 1726110"/>
              <a:gd name="connsiteX5" fmla="*/ 0 w 9158401"/>
              <a:gd name="connsiteY5" fmla="*/ 300510 h 1726110"/>
              <a:gd name="connsiteX0" fmla="*/ 0 w 9158401"/>
              <a:gd name="connsiteY0" fmla="*/ 295200 h 1720800"/>
              <a:gd name="connsiteX1" fmla="*/ 3780001 w 9158401"/>
              <a:gd name="connsiteY1" fmla="*/ 252000 h 1720800"/>
              <a:gd name="connsiteX2" fmla="*/ 9158401 w 9158401"/>
              <a:gd name="connsiteY2" fmla="*/ 0 h 1720800"/>
              <a:gd name="connsiteX3" fmla="*/ 9144001 w 9158401"/>
              <a:gd name="connsiteY3" fmla="*/ 1720800 h 1720800"/>
              <a:gd name="connsiteX4" fmla="*/ 0 w 9158401"/>
              <a:gd name="connsiteY4" fmla="*/ 1720800 h 1720800"/>
              <a:gd name="connsiteX5" fmla="*/ 0 w 9158401"/>
              <a:gd name="connsiteY5" fmla="*/ 295200 h 1720800"/>
              <a:gd name="connsiteX0" fmla="*/ 0 w 9158401"/>
              <a:gd name="connsiteY0" fmla="*/ 410400 h 1720800"/>
              <a:gd name="connsiteX1" fmla="*/ 3780001 w 9158401"/>
              <a:gd name="connsiteY1" fmla="*/ 252000 h 1720800"/>
              <a:gd name="connsiteX2" fmla="*/ 9158401 w 9158401"/>
              <a:gd name="connsiteY2" fmla="*/ 0 h 1720800"/>
              <a:gd name="connsiteX3" fmla="*/ 9144001 w 9158401"/>
              <a:gd name="connsiteY3" fmla="*/ 1720800 h 1720800"/>
              <a:gd name="connsiteX4" fmla="*/ 0 w 9158401"/>
              <a:gd name="connsiteY4" fmla="*/ 1720800 h 1720800"/>
              <a:gd name="connsiteX5" fmla="*/ 0 w 9158401"/>
              <a:gd name="connsiteY5" fmla="*/ 410400 h 1720800"/>
              <a:gd name="connsiteX0" fmla="*/ 0 w 9158401"/>
              <a:gd name="connsiteY0" fmla="*/ 410400 h 1720800"/>
              <a:gd name="connsiteX1" fmla="*/ 3780001 w 9158401"/>
              <a:gd name="connsiteY1" fmla="*/ 252000 h 1720800"/>
              <a:gd name="connsiteX2" fmla="*/ 9158401 w 9158401"/>
              <a:gd name="connsiteY2" fmla="*/ 0 h 1720800"/>
              <a:gd name="connsiteX3" fmla="*/ 9144001 w 9158401"/>
              <a:gd name="connsiteY3" fmla="*/ 1720800 h 1720800"/>
              <a:gd name="connsiteX4" fmla="*/ 0 w 9158401"/>
              <a:gd name="connsiteY4" fmla="*/ 1720800 h 1720800"/>
              <a:gd name="connsiteX5" fmla="*/ 0 w 9158401"/>
              <a:gd name="connsiteY5" fmla="*/ 410400 h 1720800"/>
              <a:gd name="connsiteX0" fmla="*/ 0 w 9151201"/>
              <a:gd name="connsiteY0" fmla="*/ 460800 h 1771200"/>
              <a:gd name="connsiteX1" fmla="*/ 3780001 w 9151201"/>
              <a:gd name="connsiteY1" fmla="*/ 302400 h 1771200"/>
              <a:gd name="connsiteX2" fmla="*/ 9151201 w 9151201"/>
              <a:gd name="connsiteY2" fmla="*/ 0 h 1771200"/>
              <a:gd name="connsiteX3" fmla="*/ 9144001 w 9151201"/>
              <a:gd name="connsiteY3" fmla="*/ 1771200 h 1771200"/>
              <a:gd name="connsiteX4" fmla="*/ 0 w 9151201"/>
              <a:gd name="connsiteY4" fmla="*/ 1771200 h 1771200"/>
              <a:gd name="connsiteX5" fmla="*/ 0 w 9151201"/>
              <a:gd name="connsiteY5" fmla="*/ 460800 h 177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51201" h="1771200">
                <a:moveTo>
                  <a:pt x="0" y="460800"/>
                </a:moveTo>
                <a:cubicBezTo>
                  <a:pt x="1562400" y="444000"/>
                  <a:pt x="2254801" y="379200"/>
                  <a:pt x="3780001" y="302400"/>
                </a:cubicBezTo>
                <a:lnTo>
                  <a:pt x="9151201" y="0"/>
                </a:lnTo>
                <a:lnTo>
                  <a:pt x="9144001" y="1771200"/>
                </a:lnTo>
                <a:lnTo>
                  <a:pt x="0" y="1771200"/>
                </a:lnTo>
                <a:lnTo>
                  <a:pt x="0" y="46080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Drag picture here or click icon. Choose photos that show connections between nature, science and people; or show wonder and detail of an individual subject; or landscape areas reflecting ecological and environmental focus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DF3D93B-C8D7-7DB2-3D58-A7C533516B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96347"/>
            <a:ext cx="9510944" cy="72972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Title – font size 36pt</a:t>
            </a:r>
          </a:p>
        </p:txBody>
      </p:sp>
      <p:pic>
        <p:nvPicPr>
          <p:cNvPr id="2" name="Picture 1" descr="A green cylinder with blue stripes&#10;&#10;Description automatically generated">
            <a:extLst>
              <a:ext uri="{FF2B5EF4-FFF2-40B4-BE49-F238E27FC236}">
                <a16:creationId xmlns:a16="http://schemas.microsoft.com/office/drawing/2014/main" id="{159D54E5-1398-4164-A6CC-02557A4BB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647" y="342227"/>
            <a:ext cx="1621300" cy="72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293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DB2B-22AD-4B0F-B704-2814FE3CCC6E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143502" y="296346"/>
            <a:ext cx="4977043" cy="10175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 – font size 36pt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14350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– font size 24pt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143501" y="2174874"/>
            <a:ext cx="5389035" cy="4181477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add text – font size 24pt</a:t>
            </a:r>
          </a:p>
          <a:p>
            <a:pPr lvl="1"/>
            <a:r>
              <a:rPr lang="en-US"/>
              <a:t>Second level – font size 20pt</a:t>
            </a:r>
          </a:p>
          <a:p>
            <a:pPr lvl="2"/>
            <a:r>
              <a:rPr lang="en-US"/>
              <a:t>Third level – font size 18pt</a:t>
            </a:r>
          </a:p>
          <a:p>
            <a:pPr lvl="3"/>
            <a:r>
              <a:rPr lang="en-US"/>
              <a:t>Fourth level – font size 16pt</a:t>
            </a:r>
          </a:p>
          <a:p>
            <a:pPr lvl="4"/>
            <a:r>
              <a:rPr lang="en-US"/>
              <a:t>Fifth level – font size 16pt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"/>
            <a:ext cx="4696787" cy="6859693"/>
          </a:xfrm>
          <a:custGeom>
            <a:avLst/>
            <a:gdLst>
              <a:gd name="connsiteX0" fmla="*/ 0 w 3522137"/>
              <a:gd name="connsiteY0" fmla="*/ 0 h 5143500"/>
              <a:gd name="connsiteX1" fmla="*/ 2935102 w 3522137"/>
              <a:gd name="connsiteY1" fmla="*/ 0 h 5143500"/>
              <a:gd name="connsiteX2" fmla="*/ 3522137 w 3522137"/>
              <a:gd name="connsiteY2" fmla="*/ 587035 h 5143500"/>
              <a:gd name="connsiteX3" fmla="*/ 3522137 w 3522137"/>
              <a:gd name="connsiteY3" fmla="*/ 5143500 h 5143500"/>
              <a:gd name="connsiteX4" fmla="*/ 0 w 3522137"/>
              <a:gd name="connsiteY4" fmla="*/ 5143500 h 5143500"/>
              <a:gd name="connsiteX5" fmla="*/ 0 w 3522137"/>
              <a:gd name="connsiteY5" fmla="*/ 0 h 5143500"/>
              <a:gd name="connsiteX0" fmla="*/ 0 w 3522137"/>
              <a:gd name="connsiteY0" fmla="*/ 0 h 5143500"/>
              <a:gd name="connsiteX1" fmla="*/ 2935102 w 3522137"/>
              <a:gd name="connsiteY1" fmla="*/ 0 h 5143500"/>
              <a:gd name="connsiteX2" fmla="*/ 3277337 w 3522137"/>
              <a:gd name="connsiteY2" fmla="*/ 2257435 h 5143500"/>
              <a:gd name="connsiteX3" fmla="*/ 3522137 w 3522137"/>
              <a:gd name="connsiteY3" fmla="*/ 5143500 h 5143500"/>
              <a:gd name="connsiteX4" fmla="*/ 0 w 3522137"/>
              <a:gd name="connsiteY4" fmla="*/ 5143500 h 5143500"/>
              <a:gd name="connsiteX5" fmla="*/ 0 w 3522137"/>
              <a:gd name="connsiteY5" fmla="*/ 0 h 5143500"/>
              <a:gd name="connsiteX0" fmla="*/ 0 w 3729748"/>
              <a:gd name="connsiteY0" fmla="*/ 0 h 5143500"/>
              <a:gd name="connsiteX1" fmla="*/ 2935102 w 3729748"/>
              <a:gd name="connsiteY1" fmla="*/ 0 h 5143500"/>
              <a:gd name="connsiteX2" fmla="*/ 3277337 w 3729748"/>
              <a:gd name="connsiteY2" fmla="*/ 2257435 h 5143500"/>
              <a:gd name="connsiteX3" fmla="*/ 3522137 w 3729748"/>
              <a:gd name="connsiteY3" fmla="*/ 5143500 h 5143500"/>
              <a:gd name="connsiteX4" fmla="*/ 0 w 3729748"/>
              <a:gd name="connsiteY4" fmla="*/ 5143500 h 5143500"/>
              <a:gd name="connsiteX5" fmla="*/ 0 w 3729748"/>
              <a:gd name="connsiteY5" fmla="*/ 0 h 5143500"/>
              <a:gd name="connsiteX0" fmla="*/ 0 w 3733887"/>
              <a:gd name="connsiteY0" fmla="*/ 0 h 5143500"/>
              <a:gd name="connsiteX1" fmla="*/ 2935102 w 3733887"/>
              <a:gd name="connsiteY1" fmla="*/ 0 h 5143500"/>
              <a:gd name="connsiteX2" fmla="*/ 3298937 w 3733887"/>
              <a:gd name="connsiteY2" fmla="*/ 3539035 h 5143500"/>
              <a:gd name="connsiteX3" fmla="*/ 3522137 w 3733887"/>
              <a:gd name="connsiteY3" fmla="*/ 5143500 h 5143500"/>
              <a:gd name="connsiteX4" fmla="*/ 0 w 3733887"/>
              <a:gd name="connsiteY4" fmla="*/ 5143500 h 5143500"/>
              <a:gd name="connsiteX5" fmla="*/ 0 w 3733887"/>
              <a:gd name="connsiteY5" fmla="*/ 0 h 5143500"/>
              <a:gd name="connsiteX0" fmla="*/ 0 w 3523042"/>
              <a:gd name="connsiteY0" fmla="*/ 0 h 5145297"/>
              <a:gd name="connsiteX1" fmla="*/ 2935102 w 3523042"/>
              <a:gd name="connsiteY1" fmla="*/ 0 h 5145297"/>
              <a:gd name="connsiteX2" fmla="*/ 3298937 w 3523042"/>
              <a:gd name="connsiteY2" fmla="*/ 3539035 h 5145297"/>
              <a:gd name="connsiteX3" fmla="*/ 3522137 w 3523042"/>
              <a:gd name="connsiteY3" fmla="*/ 5143500 h 5145297"/>
              <a:gd name="connsiteX4" fmla="*/ 0 w 3523042"/>
              <a:gd name="connsiteY4" fmla="*/ 5143500 h 5145297"/>
              <a:gd name="connsiteX5" fmla="*/ 0 w 3523042"/>
              <a:gd name="connsiteY5" fmla="*/ 0 h 5145297"/>
              <a:gd name="connsiteX0" fmla="*/ 0 w 3523042"/>
              <a:gd name="connsiteY0" fmla="*/ 0 h 5145297"/>
              <a:gd name="connsiteX1" fmla="*/ 2935102 w 3523042"/>
              <a:gd name="connsiteY1" fmla="*/ 0 h 5145297"/>
              <a:gd name="connsiteX2" fmla="*/ 3298937 w 3523042"/>
              <a:gd name="connsiteY2" fmla="*/ 3539035 h 5145297"/>
              <a:gd name="connsiteX3" fmla="*/ 3522137 w 3523042"/>
              <a:gd name="connsiteY3" fmla="*/ 5143500 h 5145297"/>
              <a:gd name="connsiteX4" fmla="*/ 0 w 3523042"/>
              <a:gd name="connsiteY4" fmla="*/ 5143500 h 5145297"/>
              <a:gd name="connsiteX5" fmla="*/ 0 w 3523042"/>
              <a:gd name="connsiteY5" fmla="*/ 0 h 5145297"/>
              <a:gd name="connsiteX0" fmla="*/ 0 w 3523192"/>
              <a:gd name="connsiteY0" fmla="*/ 0 h 5145838"/>
              <a:gd name="connsiteX1" fmla="*/ 2935102 w 3523192"/>
              <a:gd name="connsiteY1" fmla="*/ 0 h 5145838"/>
              <a:gd name="connsiteX2" fmla="*/ 3320537 w 3523192"/>
              <a:gd name="connsiteY2" fmla="*/ 3733435 h 5145838"/>
              <a:gd name="connsiteX3" fmla="*/ 3522137 w 3523192"/>
              <a:gd name="connsiteY3" fmla="*/ 5143500 h 5145838"/>
              <a:gd name="connsiteX4" fmla="*/ 0 w 3523192"/>
              <a:gd name="connsiteY4" fmla="*/ 5143500 h 5145838"/>
              <a:gd name="connsiteX5" fmla="*/ 0 w 3523192"/>
              <a:gd name="connsiteY5" fmla="*/ 0 h 5145838"/>
              <a:gd name="connsiteX0" fmla="*/ 0 w 3523192"/>
              <a:gd name="connsiteY0" fmla="*/ 0 h 5145813"/>
              <a:gd name="connsiteX1" fmla="*/ 2935102 w 3523192"/>
              <a:gd name="connsiteY1" fmla="*/ 0 h 5145813"/>
              <a:gd name="connsiteX2" fmla="*/ 3320537 w 3523192"/>
              <a:gd name="connsiteY2" fmla="*/ 3726235 h 5145813"/>
              <a:gd name="connsiteX3" fmla="*/ 3522137 w 3523192"/>
              <a:gd name="connsiteY3" fmla="*/ 5143500 h 5145813"/>
              <a:gd name="connsiteX4" fmla="*/ 0 w 3523192"/>
              <a:gd name="connsiteY4" fmla="*/ 5143500 h 5145813"/>
              <a:gd name="connsiteX5" fmla="*/ 0 w 3523192"/>
              <a:gd name="connsiteY5" fmla="*/ 0 h 5145813"/>
              <a:gd name="connsiteX0" fmla="*/ 0 w 3523192"/>
              <a:gd name="connsiteY0" fmla="*/ 0 h 5145813"/>
              <a:gd name="connsiteX1" fmla="*/ 2935102 w 3523192"/>
              <a:gd name="connsiteY1" fmla="*/ 0 h 5145813"/>
              <a:gd name="connsiteX2" fmla="*/ 3320537 w 3523192"/>
              <a:gd name="connsiteY2" fmla="*/ 3726235 h 5145813"/>
              <a:gd name="connsiteX3" fmla="*/ 3522137 w 3523192"/>
              <a:gd name="connsiteY3" fmla="*/ 5143500 h 5145813"/>
              <a:gd name="connsiteX4" fmla="*/ 0 w 3523192"/>
              <a:gd name="connsiteY4" fmla="*/ 5143500 h 5145813"/>
              <a:gd name="connsiteX5" fmla="*/ 0 w 3523192"/>
              <a:gd name="connsiteY5" fmla="*/ 0 h 5145813"/>
              <a:gd name="connsiteX0" fmla="*/ 0 w 3527011"/>
              <a:gd name="connsiteY0" fmla="*/ 0 h 5147665"/>
              <a:gd name="connsiteX1" fmla="*/ 2935102 w 3527011"/>
              <a:gd name="connsiteY1" fmla="*/ 0 h 5147665"/>
              <a:gd name="connsiteX2" fmla="*/ 3428537 w 3527011"/>
              <a:gd name="connsiteY2" fmla="*/ 4021435 h 5147665"/>
              <a:gd name="connsiteX3" fmla="*/ 3522137 w 3527011"/>
              <a:gd name="connsiteY3" fmla="*/ 5143500 h 5147665"/>
              <a:gd name="connsiteX4" fmla="*/ 0 w 3527011"/>
              <a:gd name="connsiteY4" fmla="*/ 5143500 h 5147665"/>
              <a:gd name="connsiteX5" fmla="*/ 0 w 3527011"/>
              <a:gd name="connsiteY5" fmla="*/ 0 h 5147665"/>
              <a:gd name="connsiteX0" fmla="*/ 0 w 3583362"/>
              <a:gd name="connsiteY0" fmla="*/ 0 h 5479692"/>
              <a:gd name="connsiteX1" fmla="*/ 2935102 w 3583362"/>
              <a:gd name="connsiteY1" fmla="*/ 0 h 5479692"/>
              <a:gd name="connsiteX2" fmla="*/ 3428537 w 3583362"/>
              <a:gd name="connsiteY2" fmla="*/ 4021435 h 5479692"/>
              <a:gd name="connsiteX3" fmla="*/ 3522137 w 3583362"/>
              <a:gd name="connsiteY3" fmla="*/ 5143500 h 5479692"/>
              <a:gd name="connsiteX4" fmla="*/ 0 w 3583362"/>
              <a:gd name="connsiteY4" fmla="*/ 5143500 h 5479692"/>
              <a:gd name="connsiteX5" fmla="*/ 0 w 3583362"/>
              <a:gd name="connsiteY5" fmla="*/ 0 h 5479692"/>
              <a:gd name="connsiteX0" fmla="*/ 0 w 3525662"/>
              <a:gd name="connsiteY0" fmla="*/ 0 h 5146355"/>
              <a:gd name="connsiteX1" fmla="*/ 2935102 w 3525662"/>
              <a:gd name="connsiteY1" fmla="*/ 0 h 5146355"/>
              <a:gd name="connsiteX2" fmla="*/ 3428537 w 3525662"/>
              <a:gd name="connsiteY2" fmla="*/ 4021435 h 5146355"/>
              <a:gd name="connsiteX3" fmla="*/ 3522137 w 3525662"/>
              <a:gd name="connsiteY3" fmla="*/ 5143500 h 5146355"/>
              <a:gd name="connsiteX4" fmla="*/ 0 w 3525662"/>
              <a:gd name="connsiteY4" fmla="*/ 5143500 h 5146355"/>
              <a:gd name="connsiteX5" fmla="*/ 0 w 3525662"/>
              <a:gd name="connsiteY5" fmla="*/ 0 h 5146355"/>
              <a:gd name="connsiteX0" fmla="*/ 0 w 3523720"/>
              <a:gd name="connsiteY0" fmla="*/ 0 h 5145198"/>
              <a:gd name="connsiteX1" fmla="*/ 2935102 w 3523720"/>
              <a:gd name="connsiteY1" fmla="*/ 0 h 5145198"/>
              <a:gd name="connsiteX2" fmla="*/ 3378137 w 3523720"/>
              <a:gd name="connsiteY2" fmla="*/ 3661435 h 5145198"/>
              <a:gd name="connsiteX3" fmla="*/ 3522137 w 3523720"/>
              <a:gd name="connsiteY3" fmla="*/ 5143500 h 5145198"/>
              <a:gd name="connsiteX4" fmla="*/ 0 w 3523720"/>
              <a:gd name="connsiteY4" fmla="*/ 5143500 h 5145198"/>
              <a:gd name="connsiteX5" fmla="*/ 0 w 3523720"/>
              <a:gd name="connsiteY5" fmla="*/ 0 h 5145198"/>
              <a:gd name="connsiteX0" fmla="*/ 0 w 3523603"/>
              <a:gd name="connsiteY0" fmla="*/ 0 h 5145604"/>
              <a:gd name="connsiteX1" fmla="*/ 3064702 w 3523603"/>
              <a:gd name="connsiteY1" fmla="*/ 0 h 5145604"/>
              <a:gd name="connsiteX2" fmla="*/ 3378137 w 3523603"/>
              <a:gd name="connsiteY2" fmla="*/ 3661435 h 5145604"/>
              <a:gd name="connsiteX3" fmla="*/ 3522137 w 3523603"/>
              <a:gd name="connsiteY3" fmla="*/ 5143500 h 5145604"/>
              <a:gd name="connsiteX4" fmla="*/ 0 w 3523603"/>
              <a:gd name="connsiteY4" fmla="*/ 5143500 h 5145604"/>
              <a:gd name="connsiteX5" fmla="*/ 0 w 3523603"/>
              <a:gd name="connsiteY5" fmla="*/ 0 h 5145604"/>
              <a:gd name="connsiteX0" fmla="*/ 0 w 3523309"/>
              <a:gd name="connsiteY0" fmla="*/ 0 h 5145601"/>
              <a:gd name="connsiteX1" fmla="*/ 3208702 w 3523309"/>
              <a:gd name="connsiteY1" fmla="*/ 7200 h 5145601"/>
              <a:gd name="connsiteX2" fmla="*/ 3378137 w 3523309"/>
              <a:gd name="connsiteY2" fmla="*/ 3661435 h 5145601"/>
              <a:gd name="connsiteX3" fmla="*/ 3522137 w 3523309"/>
              <a:gd name="connsiteY3" fmla="*/ 5143500 h 5145601"/>
              <a:gd name="connsiteX4" fmla="*/ 0 w 3523309"/>
              <a:gd name="connsiteY4" fmla="*/ 5143500 h 5145601"/>
              <a:gd name="connsiteX5" fmla="*/ 0 w 3523309"/>
              <a:gd name="connsiteY5" fmla="*/ 0 h 5145601"/>
              <a:gd name="connsiteX0" fmla="*/ 0 w 3522584"/>
              <a:gd name="connsiteY0" fmla="*/ 0 h 5144861"/>
              <a:gd name="connsiteX1" fmla="*/ 3208702 w 3522584"/>
              <a:gd name="connsiteY1" fmla="*/ 7200 h 5144861"/>
              <a:gd name="connsiteX2" fmla="*/ 3190937 w 3522584"/>
              <a:gd name="connsiteY2" fmla="*/ 3272635 h 5144861"/>
              <a:gd name="connsiteX3" fmla="*/ 3522137 w 3522584"/>
              <a:gd name="connsiteY3" fmla="*/ 5143500 h 5144861"/>
              <a:gd name="connsiteX4" fmla="*/ 0 w 3522584"/>
              <a:gd name="connsiteY4" fmla="*/ 5143500 h 5144861"/>
              <a:gd name="connsiteX5" fmla="*/ 0 w 3522584"/>
              <a:gd name="connsiteY5" fmla="*/ 0 h 5144861"/>
              <a:gd name="connsiteX0" fmla="*/ 0 w 3522632"/>
              <a:gd name="connsiteY0" fmla="*/ 0 h 5144870"/>
              <a:gd name="connsiteX1" fmla="*/ 3208702 w 3522632"/>
              <a:gd name="connsiteY1" fmla="*/ 7200 h 5144870"/>
              <a:gd name="connsiteX2" fmla="*/ 3219737 w 3522632"/>
              <a:gd name="connsiteY2" fmla="*/ 3279835 h 5144870"/>
              <a:gd name="connsiteX3" fmla="*/ 3522137 w 3522632"/>
              <a:gd name="connsiteY3" fmla="*/ 5143500 h 5144870"/>
              <a:gd name="connsiteX4" fmla="*/ 0 w 3522632"/>
              <a:gd name="connsiteY4" fmla="*/ 5143500 h 5144870"/>
              <a:gd name="connsiteX5" fmla="*/ 0 w 3522632"/>
              <a:gd name="connsiteY5" fmla="*/ 0 h 5144870"/>
              <a:gd name="connsiteX0" fmla="*/ 0 w 3522632"/>
              <a:gd name="connsiteY0" fmla="*/ 0 h 5144870"/>
              <a:gd name="connsiteX1" fmla="*/ 3208702 w 3522632"/>
              <a:gd name="connsiteY1" fmla="*/ 7200 h 5144870"/>
              <a:gd name="connsiteX2" fmla="*/ 3219737 w 3522632"/>
              <a:gd name="connsiteY2" fmla="*/ 3279835 h 5144870"/>
              <a:gd name="connsiteX3" fmla="*/ 3522137 w 3522632"/>
              <a:gd name="connsiteY3" fmla="*/ 5143500 h 5144870"/>
              <a:gd name="connsiteX4" fmla="*/ 0 w 3522632"/>
              <a:gd name="connsiteY4" fmla="*/ 5143500 h 5144870"/>
              <a:gd name="connsiteX5" fmla="*/ 0 w 3522632"/>
              <a:gd name="connsiteY5" fmla="*/ 0 h 5144870"/>
              <a:gd name="connsiteX0" fmla="*/ 0 w 3522613"/>
              <a:gd name="connsiteY0" fmla="*/ 0 h 5144870"/>
              <a:gd name="connsiteX1" fmla="*/ 3273502 w 3522613"/>
              <a:gd name="connsiteY1" fmla="*/ 7200 h 5144870"/>
              <a:gd name="connsiteX2" fmla="*/ 3219737 w 3522613"/>
              <a:gd name="connsiteY2" fmla="*/ 3279835 h 5144870"/>
              <a:gd name="connsiteX3" fmla="*/ 3522137 w 3522613"/>
              <a:gd name="connsiteY3" fmla="*/ 5143500 h 5144870"/>
              <a:gd name="connsiteX4" fmla="*/ 0 w 3522613"/>
              <a:gd name="connsiteY4" fmla="*/ 5143500 h 5144870"/>
              <a:gd name="connsiteX5" fmla="*/ 0 w 3522613"/>
              <a:gd name="connsiteY5" fmla="*/ 0 h 5144870"/>
              <a:gd name="connsiteX0" fmla="*/ 0 w 3522613"/>
              <a:gd name="connsiteY0" fmla="*/ 0 h 5144870"/>
              <a:gd name="connsiteX1" fmla="*/ 3273502 w 3522613"/>
              <a:gd name="connsiteY1" fmla="*/ 7200 h 5144870"/>
              <a:gd name="connsiteX2" fmla="*/ 3219737 w 3522613"/>
              <a:gd name="connsiteY2" fmla="*/ 3279835 h 5144870"/>
              <a:gd name="connsiteX3" fmla="*/ 3522137 w 3522613"/>
              <a:gd name="connsiteY3" fmla="*/ 5143500 h 5144870"/>
              <a:gd name="connsiteX4" fmla="*/ 0 w 3522613"/>
              <a:gd name="connsiteY4" fmla="*/ 5143500 h 5144870"/>
              <a:gd name="connsiteX5" fmla="*/ 0 w 3522613"/>
              <a:gd name="connsiteY5" fmla="*/ 0 h 5144870"/>
              <a:gd name="connsiteX0" fmla="*/ 0 w 3522590"/>
              <a:gd name="connsiteY0" fmla="*/ 0 h 5144770"/>
              <a:gd name="connsiteX1" fmla="*/ 3273502 w 3522590"/>
              <a:gd name="connsiteY1" fmla="*/ 7200 h 5144770"/>
              <a:gd name="connsiteX2" fmla="*/ 3205337 w 3522590"/>
              <a:gd name="connsiteY2" fmla="*/ 3193435 h 5144770"/>
              <a:gd name="connsiteX3" fmla="*/ 3522137 w 3522590"/>
              <a:gd name="connsiteY3" fmla="*/ 5143500 h 5144770"/>
              <a:gd name="connsiteX4" fmla="*/ 0 w 3522590"/>
              <a:gd name="connsiteY4" fmla="*/ 5143500 h 5144770"/>
              <a:gd name="connsiteX5" fmla="*/ 0 w 3522590"/>
              <a:gd name="connsiteY5" fmla="*/ 0 h 5144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22590" h="5144770">
                <a:moveTo>
                  <a:pt x="0" y="0"/>
                </a:moveTo>
                <a:lnTo>
                  <a:pt x="3273502" y="7200"/>
                </a:lnTo>
                <a:cubicBezTo>
                  <a:pt x="3164525" y="1189839"/>
                  <a:pt x="3163898" y="2337385"/>
                  <a:pt x="3205337" y="3193435"/>
                </a:cubicBezTo>
                <a:cubicBezTo>
                  <a:pt x="3246776" y="4049485"/>
                  <a:pt x="3535560" y="5188089"/>
                  <a:pt x="3522137" y="5143500"/>
                </a:cubicBez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Drag picture here or click icon. Choose photos that show connections between nature, science and people; or show wonder and detail of an individual subject; or landscape areas reflecting ecological and environmental focus</a:t>
            </a:r>
          </a:p>
        </p:txBody>
      </p:sp>
      <p:pic>
        <p:nvPicPr>
          <p:cNvPr id="3" name="Picture 2" descr="A green cylinder with blue stripes&#10;&#10;Description automatically generated">
            <a:extLst>
              <a:ext uri="{FF2B5EF4-FFF2-40B4-BE49-F238E27FC236}">
                <a16:creationId xmlns:a16="http://schemas.microsoft.com/office/drawing/2014/main" id="{E3EDFC7F-180E-0F74-0D2A-C95B1117A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647" y="342227"/>
            <a:ext cx="1621300" cy="72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655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Appoint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CE8BA79-1246-5A20-6DC3-DED6B47989E9}"/>
              </a:ext>
            </a:extLst>
          </p:cNvPr>
          <p:cNvSpPr/>
          <p:nvPr/>
        </p:nvSpPr>
        <p:spPr>
          <a:xfrm>
            <a:off x="1" y="6239873"/>
            <a:ext cx="12192000" cy="618127"/>
          </a:xfrm>
          <a:prstGeom prst="rect">
            <a:avLst/>
          </a:prstGeom>
          <a:solidFill>
            <a:srgbClr val="67A2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/>
          </a:p>
        </p:txBody>
      </p:sp>
      <p:pic>
        <p:nvPicPr>
          <p:cNvPr id="4" name="Picture 3" descr="A black and purple background&#10;&#10;Description automatically generated">
            <a:extLst>
              <a:ext uri="{FF2B5EF4-FFF2-40B4-BE49-F238E27FC236}">
                <a16:creationId xmlns:a16="http://schemas.microsoft.com/office/drawing/2014/main" id="{88A5F20C-FF29-8C6D-C1DD-E987F621BC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46"/>
          <a:stretch/>
        </p:blipFill>
        <p:spPr>
          <a:xfrm flipH="1">
            <a:off x="-1848" y="-14212"/>
            <a:ext cx="12193848" cy="42345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331859"/>
            <a:ext cx="9821384" cy="729720"/>
          </a:xfrm>
        </p:spPr>
        <p:txBody>
          <a:bodyPr>
            <a:noAutofit/>
          </a:bodyPr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en-GB"/>
              <a:t>New appointment in [department name]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96FDB2B-22AD-4B0F-B704-2814FE3CCC6E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E0F894F5-5BD9-D64C-B07A-04762B5CD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4641" y="2103054"/>
            <a:ext cx="3595103" cy="3546308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Drag picture here or click icon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4ADAA2-0950-3D42-9F2B-D4441C7EB3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316567"/>
            <a:ext cx="4337051" cy="603251"/>
          </a:xfrm>
        </p:spPr>
        <p:txBody>
          <a:bodyPr>
            <a:noAutofit/>
          </a:bodyPr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 sz="2667"/>
            </a:lvl2pPr>
            <a:lvl3pPr marL="1219170" indent="0">
              <a:buNone/>
              <a:defRPr sz="2667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</a:lstStyle>
          <a:p>
            <a:pPr lvl="0"/>
            <a:r>
              <a:rPr lang="en-GB"/>
              <a:t>[Appointee name]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4FC0C8B-2B46-F242-A3C5-5819C98470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0709" y="2103053"/>
            <a:ext cx="7486651" cy="805251"/>
          </a:xfrm>
        </p:spPr>
        <p:txBody>
          <a:bodyPr/>
          <a:lstStyle>
            <a:lvl1pPr>
              <a:defRPr lang="en-GB" sz="1467" b="0" i="0" u="none" strike="noStrike" smtClean="0">
                <a:effectLst/>
              </a:defRPr>
            </a:lvl1pPr>
          </a:lstStyle>
          <a:p>
            <a:r>
              <a:rPr lang="en-GB" sz="1467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[area of work, expertise or study at Hutton]</a:t>
            </a:r>
          </a:p>
          <a:p>
            <a:endParaRPr lang="en-GB" sz="1467" b="0" i="0" u="none" strike="noStrike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5617E7E3-C2A7-3A48-B961-52417EE3C4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0709" y="2974913"/>
            <a:ext cx="7486651" cy="805251"/>
          </a:xfrm>
        </p:spPr>
        <p:txBody>
          <a:bodyPr/>
          <a:lstStyle>
            <a:lvl1pPr>
              <a:defRPr lang="en-GB" sz="1467" b="0" i="0" u="none" strike="noStrike" smtClean="0">
                <a:effectLst/>
              </a:defRPr>
            </a:lvl1pPr>
          </a:lstStyle>
          <a:p>
            <a:r>
              <a:rPr lang="en-GB" sz="1467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</a:t>
            </a:r>
            <a:r>
              <a:rPr lang="en-GB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Duration of appointment and location(s)</a:t>
            </a:r>
            <a:r>
              <a:rPr lang="en-GB" sz="1467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]</a:t>
            </a:r>
          </a:p>
          <a:p>
            <a:endParaRPr lang="en-GB" sz="1467" b="0" i="0" u="none" strike="noStrike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4620F35F-EDE1-464D-9793-C7ECE0CD4B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50709" y="3846773"/>
            <a:ext cx="7486651" cy="805251"/>
          </a:xfrm>
        </p:spPr>
        <p:txBody>
          <a:bodyPr/>
          <a:lstStyle>
            <a:lvl1pPr>
              <a:defRPr lang="en-GB" sz="1467" b="0" i="0" u="none" strike="noStrike" smtClean="0">
                <a:effectLst/>
              </a:defRPr>
            </a:lvl1pPr>
          </a:lstStyle>
          <a:p>
            <a:r>
              <a:rPr lang="en-GB" sz="1467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[one line about background, previous work]</a:t>
            </a:r>
          </a:p>
          <a:p>
            <a:endParaRPr lang="en-GB" sz="1467" b="0" i="0" u="none" strike="noStrike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90C5D198-3879-E948-87C1-C5BFC8C49A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0709" y="4736183"/>
            <a:ext cx="7486651" cy="805251"/>
          </a:xfrm>
        </p:spPr>
        <p:txBody>
          <a:bodyPr/>
          <a:lstStyle>
            <a:lvl1pPr>
              <a:defRPr lang="en-GB" sz="1467" b="0" i="0" u="none" strike="noStrike" smtClean="0">
                <a:effectLst/>
              </a:defRPr>
            </a:lvl1pPr>
          </a:lstStyle>
          <a:p>
            <a:r>
              <a:rPr lang="en-GB" sz="1467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[one line about other information, hobbies, or more work detail – put any further info into Notes]</a:t>
            </a:r>
          </a:p>
          <a:p>
            <a:endParaRPr lang="en-GB" sz="1467" b="0" i="0" u="none" strike="noStrike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11" name="Picture 10" descr="A black and white logo&#10;&#10;Description automatically generated">
            <a:extLst>
              <a:ext uri="{FF2B5EF4-FFF2-40B4-BE49-F238E27FC236}">
                <a16:creationId xmlns:a16="http://schemas.microsoft.com/office/drawing/2014/main" id="{E84E50EA-9FBC-6C79-3E54-626B63DD4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3810" y="345656"/>
            <a:ext cx="1621300" cy="7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31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square with black lines&#10;&#10;Description automatically generated">
            <a:extLst>
              <a:ext uri="{FF2B5EF4-FFF2-40B4-BE49-F238E27FC236}">
                <a16:creationId xmlns:a16="http://schemas.microsoft.com/office/drawing/2014/main" id="{7163F585-C772-EC4C-F0BD-DD0B8A799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308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1335469"/>
            <a:ext cx="8362127" cy="729720"/>
          </a:xfrm>
        </p:spPr>
        <p:txBody>
          <a:bodyPr>
            <a:norm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GB"/>
              <a:t>Thanks to</a:t>
            </a:r>
            <a:r>
              <a:rPr lang="mr-IN"/>
              <a:t>…</a:t>
            </a:r>
            <a:endParaRPr lang="en-US"/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A64565CA-4B56-E121-576D-8E4660C8C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3810" y="345656"/>
            <a:ext cx="1621300" cy="7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92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96347"/>
            <a:ext cx="10972800" cy="729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FDB2B-22AD-4B0F-B704-2814FE3CCC6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2074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marL="0" indent="0" algn="l" defTabSz="609585" rtl="0" eaLnBrk="1" latinLnBrk="0" hangingPunct="1">
        <a:spcBef>
          <a:spcPct val="0"/>
        </a:spcBef>
        <a:buClr>
          <a:srgbClr val="799934"/>
        </a:buClr>
        <a:buFont typeface="Arial"/>
        <a:buNone/>
        <a:defRPr sz="4800" b="1" i="0" kern="1200">
          <a:solidFill>
            <a:srgbClr val="555559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Clr>
          <a:srgbClr val="799934"/>
        </a:buClr>
        <a:buFont typeface="Wingdings" charset="2"/>
        <a:buChar char="§"/>
        <a:defRPr sz="4267" kern="1200">
          <a:solidFill>
            <a:srgbClr val="555559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Clr>
          <a:srgbClr val="FF9E15"/>
        </a:buClr>
        <a:buFont typeface="Wingdings" charset="2"/>
        <a:buChar char="§"/>
        <a:defRPr sz="3733" kern="1200">
          <a:solidFill>
            <a:srgbClr val="555559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Clr>
          <a:srgbClr val="00748C"/>
        </a:buClr>
        <a:buFont typeface="Wingdings" charset="2"/>
        <a:buChar char="§"/>
        <a:defRPr sz="3200" kern="1200">
          <a:solidFill>
            <a:srgbClr val="555559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Clr>
          <a:srgbClr val="CF009E"/>
        </a:buClr>
        <a:buFont typeface="Wingdings" charset="2"/>
        <a:buChar char="§"/>
        <a:defRPr sz="2667" kern="1200">
          <a:solidFill>
            <a:srgbClr val="555559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Clr>
          <a:srgbClr val="853175"/>
        </a:buClr>
        <a:buFont typeface="Wingdings" charset="2"/>
        <a:buChar char="§"/>
        <a:defRPr sz="2667" kern="1200">
          <a:solidFill>
            <a:srgbClr val="555559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nakemake.readthedocs.io/en/stable/tutorial/tutorial.html" TargetMode="External"/><Relationship Id="rId2" Type="http://schemas.openxmlformats.org/officeDocument/2006/relationships/hyperlink" Target="https://training.nextflow.io/latest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00BF2A-015C-09C5-E7EC-A395AF4BC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Workflow Management Systems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E649A3-AFA8-A2E4-7419-C662120E8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822" y="1288473"/>
            <a:ext cx="11597893" cy="4391110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Used for scientific workflows for data analyses</a:t>
            </a:r>
          </a:p>
          <a:p>
            <a:r>
              <a:rPr lang="en-GB" dirty="0"/>
              <a:t>Pipelines (automated workflows)</a:t>
            </a:r>
          </a:p>
          <a:p>
            <a:pPr lvl="1"/>
            <a:r>
              <a:rPr lang="en-GB" dirty="0"/>
              <a:t>Sequence of tasks, </a:t>
            </a:r>
          </a:p>
          <a:p>
            <a:pPr lvl="2"/>
            <a:r>
              <a:rPr lang="en-GB" dirty="0"/>
              <a:t>Gathering, cleaning, and processing data. </a:t>
            </a:r>
          </a:p>
          <a:p>
            <a:pPr lvl="1"/>
            <a:r>
              <a:rPr lang="en-GB" dirty="0"/>
              <a:t>Can work with multiple software packages</a:t>
            </a:r>
          </a:p>
          <a:p>
            <a:pPr lvl="1"/>
            <a:r>
              <a:rPr lang="en-GB" dirty="0"/>
              <a:t>Taking over from the messy/traditionally set-up of joined scripts in bash</a:t>
            </a:r>
          </a:p>
          <a:p>
            <a:r>
              <a:rPr lang="en-GB" dirty="0"/>
              <a:t>FAIR principle</a:t>
            </a:r>
          </a:p>
          <a:p>
            <a:pPr lvl="1"/>
            <a:r>
              <a:rPr lang="en-GB" dirty="0"/>
              <a:t>Findable, Accessible, Interoperable, Reusable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4567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898D-9D6F-8453-6718-F240AAF21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Workflow Management Systems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39301-7AEF-1D48-FBBD-E1F5598EA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30" y="1270000"/>
            <a:ext cx="5748270" cy="4667161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Makes your life easier</a:t>
            </a:r>
          </a:p>
          <a:p>
            <a:pPr lvl="1"/>
            <a:r>
              <a:rPr lang="en-GB" dirty="0"/>
              <a:t>Run time management</a:t>
            </a:r>
          </a:p>
          <a:p>
            <a:pPr lvl="1"/>
            <a:r>
              <a:rPr lang="en-GB" dirty="0"/>
              <a:t>Software management</a:t>
            </a:r>
          </a:p>
          <a:p>
            <a:pPr lvl="1"/>
            <a:r>
              <a:rPr lang="en-GB" dirty="0"/>
              <a:t>Portability &amp; Interoperability</a:t>
            </a:r>
          </a:p>
          <a:p>
            <a:pPr lvl="1"/>
            <a:r>
              <a:rPr lang="en-GB" dirty="0"/>
              <a:t>Reproducibility</a:t>
            </a:r>
          </a:p>
          <a:p>
            <a:pPr lvl="1"/>
            <a:r>
              <a:rPr lang="en-GB" dirty="0"/>
              <a:t>Re-entrancy / Resumption</a:t>
            </a:r>
          </a:p>
          <a:p>
            <a:endParaRPr lang="en-GB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A83B871-612C-D6F2-8EDF-595AB7563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0846" y="1639859"/>
            <a:ext cx="3168000" cy="517226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B998F54-A218-091F-16F6-1CF486D89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16156"/>
              </p:ext>
            </p:extLst>
          </p:nvPr>
        </p:nvGraphicFramePr>
        <p:xfrm>
          <a:off x="5435246" y="4156568"/>
          <a:ext cx="6530412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804">
                  <a:extLst>
                    <a:ext uri="{9D8B030D-6E8A-4147-A177-3AD203B41FA5}">
                      <a16:colId xmlns:a16="http://schemas.microsoft.com/office/drawing/2014/main" val="704586811"/>
                    </a:ext>
                  </a:extLst>
                </a:gridCol>
                <a:gridCol w="2176804">
                  <a:extLst>
                    <a:ext uri="{9D8B030D-6E8A-4147-A177-3AD203B41FA5}">
                      <a16:colId xmlns:a16="http://schemas.microsoft.com/office/drawing/2014/main" val="2951886658"/>
                    </a:ext>
                  </a:extLst>
                </a:gridCol>
                <a:gridCol w="2176804">
                  <a:extLst>
                    <a:ext uri="{9D8B030D-6E8A-4147-A177-3AD203B41FA5}">
                      <a16:colId xmlns:a16="http://schemas.microsoft.com/office/drawing/2014/main" val="2379689437"/>
                    </a:ext>
                  </a:extLst>
                </a:gridCol>
              </a:tblGrid>
              <a:tr h="221549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Nextflow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Snakemake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18209"/>
                  </a:ext>
                </a:extLst>
              </a:tr>
              <a:tr h="221549">
                <a:tc>
                  <a:txBody>
                    <a:bodyPr/>
                    <a:lstStyle/>
                    <a:p>
                      <a:r>
                        <a:rPr lang="en-GB" sz="1600" dirty="0"/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Groovy (java)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501911"/>
                  </a:ext>
                </a:extLst>
              </a:tr>
              <a:tr h="221549">
                <a:tc>
                  <a:txBody>
                    <a:bodyPr/>
                    <a:lstStyle/>
                    <a:p>
                      <a:r>
                        <a:rPr lang="en-GB" sz="1600" dirty="0"/>
                        <a:t>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nf-core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wrappers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054933"/>
                  </a:ext>
                </a:extLst>
              </a:tr>
              <a:tr h="221549">
                <a:tc>
                  <a:txBody>
                    <a:bodyPr/>
                    <a:lstStyle/>
                    <a:p>
                      <a:r>
                        <a:rPr lang="en-GB" sz="1600" dirty="0"/>
                        <a:t>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more industry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more academia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697266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03950AFC-483E-11F2-C718-74CF3DDE8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0846" y="2342292"/>
            <a:ext cx="3168000" cy="79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19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4A408-6025-64A1-A28B-AA61C9C6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Workflow Management Systems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11B2C-E4B9-5485-852B-0F9CEF016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30" y="1313645"/>
            <a:ext cx="11234670" cy="128726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Active development (GitHub)</a:t>
            </a:r>
          </a:p>
          <a:p>
            <a:r>
              <a:rPr lang="en-GB" dirty="0"/>
              <a:t>Community driven (Hackathons)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774BC-4B7A-3FBD-809F-9959985F5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27" y="3593108"/>
            <a:ext cx="6080936" cy="306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9128A3-166F-CDC1-15DE-7348D576B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93108"/>
            <a:ext cx="5912543" cy="3060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93984AE-7D15-6200-C29E-F608406992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5920" y="3044330"/>
            <a:ext cx="3168000" cy="5172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C845D0-551D-B77C-03F1-3A7A69F1E7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4393" y="2797557"/>
            <a:ext cx="3168000" cy="79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025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5955C-F2A1-68B5-1594-FE0DA727D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Nextflow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463A8-A47D-D756-72E6-DF704CCF7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30" y="1287888"/>
            <a:ext cx="11539470" cy="1378040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Write your own pipelines or use published workflows/module (https://nf-co.re)</a:t>
            </a:r>
          </a:p>
          <a:p>
            <a:r>
              <a:rPr lang="en-GB" dirty="0"/>
              <a:t>Config file for the cluster: https://nf-co.re/configs/cropdiversityhpc/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474CC38-1EB4-76E4-749E-6CC28055A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4253" y="3644724"/>
            <a:ext cx="7684394" cy="32083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B0F92B7-3587-DDA2-DB6F-4171A49A98BD}"/>
              </a:ext>
            </a:extLst>
          </p:cNvPr>
          <p:cNvSpPr/>
          <p:nvPr/>
        </p:nvSpPr>
        <p:spPr>
          <a:xfrm>
            <a:off x="961623" y="2717445"/>
            <a:ext cx="10517746" cy="92727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 fontAlgn="ctr"/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GB" sz="2000" dirty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rsh --mem=12Gb --cpus-per-task=2</a:t>
            </a:r>
          </a:p>
          <a:p>
            <a:pPr rtl="0" fontAlgn="ctr"/>
            <a:r>
              <a:rPr lang="en-GB" sz="2000" dirty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mkdir Testing</a:t>
            </a:r>
          </a:p>
          <a:p>
            <a:pPr rtl="0" fontAlgn="ctr"/>
            <a:r>
              <a:rPr lang="en-GB" sz="2000" dirty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nextflow run nf-core/rnaseq -profile test,cropdiversityhpc --outdir .</a:t>
            </a:r>
          </a:p>
        </p:txBody>
      </p:sp>
    </p:spTree>
    <p:extLst>
      <p:ext uri="{BB962C8B-B14F-4D97-AF65-F5344CB8AC3E}">
        <p14:creationId xmlns:p14="http://schemas.microsoft.com/office/powerpoint/2010/main" val="420386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99A11-CC15-CE00-1BB0-5AFDE52E8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Interested in learning more: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84409-3419-6719-47B9-886FDE80C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70000"/>
            <a:ext cx="11531600" cy="5092699"/>
          </a:xfrm>
        </p:spPr>
        <p:txBody>
          <a:bodyPr>
            <a:normAutofit/>
          </a:bodyPr>
          <a:lstStyle/>
          <a:p>
            <a:r>
              <a:rPr lang="en-GB" dirty="0"/>
              <a:t>Online training and tutorials:</a:t>
            </a:r>
          </a:p>
          <a:p>
            <a:pPr lvl="1"/>
            <a:r>
              <a:rPr lang="en-GB" dirty="0">
                <a:hlinkClick r:id="rId2"/>
              </a:rPr>
              <a:t>https://training.nextflow.io/latest/</a:t>
            </a:r>
            <a:endParaRPr lang="en-GB" dirty="0"/>
          </a:p>
          <a:p>
            <a:pPr lvl="1"/>
            <a:r>
              <a:rPr lang="en-GB" dirty="0">
                <a:hlinkClick r:id="rId3"/>
              </a:rPr>
              <a:t>https://snakemake.readthedocs.io/en/stable/tutorial/tutorial.html</a:t>
            </a:r>
            <a:endParaRPr lang="en-GB" dirty="0"/>
          </a:p>
          <a:p>
            <a:r>
              <a:rPr lang="en-GB"/>
              <a:t>Problems:</a:t>
            </a:r>
            <a:endParaRPr lang="en-GB" dirty="0"/>
          </a:p>
          <a:p>
            <a:pPr lvl="1"/>
            <a:r>
              <a:rPr lang="en-GB" dirty="0"/>
              <a:t>GitHub issues</a:t>
            </a:r>
          </a:p>
          <a:p>
            <a:pPr lvl="1"/>
            <a:r>
              <a:rPr lang="en-GB" dirty="0"/>
              <a:t>Slack Channel (Nextflow or </a:t>
            </a:r>
            <a:r>
              <a:rPr lang="en-GB" dirty="0" err="1"/>
              <a:t>Cropdiversity</a:t>
            </a:r>
            <a:r>
              <a:rPr lang="en-GB" dirty="0"/>
              <a:t> HPC)</a:t>
            </a:r>
          </a:p>
          <a:p>
            <a:pPr marL="0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2573634"/>
      </p:ext>
    </p:extLst>
  </p:cSld>
  <p:clrMapOvr>
    <a:masterClrMapping/>
  </p:clrMapOvr>
</p:sld>
</file>

<file path=ppt/theme/theme1.xml><?xml version="1.0" encoding="utf-8"?>
<a:theme xmlns:a="http://schemas.openxmlformats.org/drawingml/2006/main" name="HuttonPPtheme">
  <a:themeElements>
    <a:clrScheme name="Custom 3">
      <a:dk1>
        <a:srgbClr val="555559"/>
      </a:dk1>
      <a:lt1>
        <a:sysClr val="window" lastClr="FFFFFF"/>
      </a:lt1>
      <a:dk2>
        <a:srgbClr val="555559"/>
      </a:dk2>
      <a:lt2>
        <a:srgbClr val="FFFFFF"/>
      </a:lt2>
      <a:accent1>
        <a:srgbClr val="799900"/>
      </a:accent1>
      <a:accent2>
        <a:srgbClr val="FF9E15"/>
      </a:accent2>
      <a:accent3>
        <a:srgbClr val="00748C"/>
      </a:accent3>
      <a:accent4>
        <a:srgbClr val="CF009E"/>
      </a:accent4>
      <a:accent5>
        <a:srgbClr val="853175"/>
      </a:accent5>
      <a:accent6>
        <a:srgbClr val="6AA2B8"/>
      </a:accent6>
      <a:hlink>
        <a:srgbClr val="FF9E15"/>
      </a:hlink>
      <a:folHlink>
        <a:srgbClr val="6AA2B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uttonPPtheme" id="{EAD7EDDF-EE38-4E23-82AA-4B4B142F5D6A}" vid="{688BAB14-F1C3-43C9-A9CB-DD7015AF2D0C}"/>
    </a:ext>
  </a:extLst>
</a:theme>
</file>

<file path=docMetadata/LabelInfo.xml><?xml version="1.0" encoding="utf-8"?>
<clbl:labelList xmlns:clbl="http://schemas.microsoft.com/office/2020/mipLabelMetadata">
  <clbl:label id="{b9c0cf9b-95a9-4ed9-8c9f-08b60a31829d}" enabled="0" method="" siteId="{b9c0cf9b-95a9-4ed9-8c9f-08b60a31829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HuttonPPtheme</Template>
  <TotalTime>318</TotalTime>
  <Words>210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Wingdings</vt:lpstr>
      <vt:lpstr>HuttonPPtheme</vt:lpstr>
      <vt:lpstr>Workflow Management Systems </vt:lpstr>
      <vt:lpstr>Workflow Management Systems </vt:lpstr>
      <vt:lpstr>Workflow Management Systems </vt:lpstr>
      <vt:lpstr>Nextflow</vt:lpstr>
      <vt:lpstr>Interested in learning more: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Miriam Schreiber</dc:creator>
  <cp:lastModifiedBy>Miriam Schreiber</cp:lastModifiedBy>
  <cp:revision>1</cp:revision>
  <dcterms:created xsi:type="dcterms:W3CDTF">2025-04-10T13:27:05Z</dcterms:created>
  <dcterms:modified xsi:type="dcterms:W3CDTF">2025-04-21T14:23:10Z</dcterms:modified>
</cp:coreProperties>
</file>